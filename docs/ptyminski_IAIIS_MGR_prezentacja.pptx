
<file path=[Content_Types].xml><?xml version="1.0" encoding="utf-8"?>
<Types xmlns="http://schemas.openxmlformats.org/package/2006/content-types"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4"/>
  </p:sldMasterIdLst>
  <p:notesMasterIdLst>
    <p:notesMasterId r:id="rId31"/>
  </p:notesMasterIdLst>
  <p:sldIdLst>
    <p:sldId id="256" r:id="rId5"/>
    <p:sldId id="257" r:id="rId6"/>
    <p:sldId id="258" r:id="rId7"/>
    <p:sldId id="259" r:id="rId8"/>
    <p:sldId id="284" r:id="rId9"/>
    <p:sldId id="276" r:id="rId10"/>
    <p:sldId id="277" r:id="rId11"/>
    <p:sldId id="279" r:id="rId12"/>
    <p:sldId id="300" r:id="rId13"/>
    <p:sldId id="301" r:id="rId14"/>
    <p:sldId id="302" r:id="rId15"/>
    <p:sldId id="281" r:id="rId16"/>
    <p:sldId id="288" r:id="rId17"/>
    <p:sldId id="289" r:id="rId18"/>
    <p:sldId id="290" r:id="rId19"/>
    <p:sldId id="291" r:id="rId20"/>
    <p:sldId id="296" r:id="rId21"/>
    <p:sldId id="260" r:id="rId22"/>
    <p:sldId id="297" r:id="rId23"/>
    <p:sldId id="294" r:id="rId24"/>
    <p:sldId id="299" r:id="rId25"/>
    <p:sldId id="298" r:id="rId26"/>
    <p:sldId id="293" r:id="rId27"/>
    <p:sldId id="292" r:id="rId28"/>
    <p:sldId id="283" r:id="rId29"/>
    <p:sldId id="272" r:id="rId30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94FD34-AEC1-4B2C-9617-479D9C11EC93}" v="55" dt="2020-03-04T17:14:01.3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5064" autoAdjust="0"/>
  </p:normalViewPr>
  <p:slideViewPr>
    <p:cSldViewPr snapToGrid="0">
      <p:cViewPr varScale="1">
        <p:scale>
          <a:sx n="94" d="100"/>
          <a:sy n="94" d="100"/>
        </p:scale>
        <p:origin x="20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miński Paweł 2 (STUD)" userId="b946d374-49c9-4179-8a33-ee0ff5854e96" providerId="ADAL" clId="{6B65F1B2-1EAD-4113-9569-0533B7A63DBC}"/>
    <pc:docChg chg="undo custSel addSld delSld modSld sldOrd">
      <pc:chgData name="Tymiński Paweł 2 (STUD)" userId="b946d374-49c9-4179-8a33-ee0ff5854e96" providerId="ADAL" clId="{6B65F1B2-1EAD-4113-9569-0533B7A63DBC}" dt="2020-03-02T11:32:38.838" v="1116"/>
      <pc:docMkLst>
        <pc:docMk/>
      </pc:docMkLst>
      <pc:sldChg chg="modSp">
        <pc:chgData name="Tymiński Paweł 2 (STUD)" userId="b946d374-49c9-4179-8a33-ee0ff5854e96" providerId="ADAL" clId="{6B65F1B2-1EAD-4113-9569-0533B7A63DBC}" dt="2020-03-02T11:32:38.838" v="1116"/>
        <pc:sldMkLst>
          <pc:docMk/>
          <pc:sldMk cId="62742232" sldId="256"/>
        </pc:sldMkLst>
        <pc:spChg chg="mod">
          <ac:chgData name="Tymiński Paweł 2 (STUD)" userId="b946d374-49c9-4179-8a33-ee0ff5854e96" providerId="ADAL" clId="{6B65F1B2-1EAD-4113-9569-0533B7A63DBC}" dt="2020-03-02T11:32:38.838" v="1116"/>
          <ac:spMkLst>
            <pc:docMk/>
            <pc:sldMk cId="62742232" sldId="256"/>
            <ac:spMk id="3" creationId="{9496CC81-8552-448C-ABDA-4F7E346E0C8F}"/>
          </ac:spMkLst>
        </pc:spChg>
      </pc:sldChg>
      <pc:sldChg chg="modSp">
        <pc:chgData name="Tymiński Paweł 2 (STUD)" userId="b946d374-49c9-4179-8a33-ee0ff5854e96" providerId="ADAL" clId="{6B65F1B2-1EAD-4113-9569-0533B7A63DBC}" dt="2020-02-18T16:02:15.155" v="654" actId="207"/>
        <pc:sldMkLst>
          <pc:docMk/>
          <pc:sldMk cId="3806555233" sldId="257"/>
        </pc:sldMkLst>
        <pc:spChg chg="mod">
          <ac:chgData name="Tymiński Paweł 2 (STUD)" userId="b946d374-49c9-4179-8a33-ee0ff5854e96" providerId="ADAL" clId="{6B65F1B2-1EAD-4113-9569-0533B7A63DBC}" dt="2020-02-18T16:02:15.155" v="654" actId="207"/>
          <ac:spMkLst>
            <pc:docMk/>
            <pc:sldMk cId="3806555233" sldId="257"/>
            <ac:spMk id="3" creationId="{115FFC5D-F2C9-4286-ADDE-46482BD21CA0}"/>
          </ac:spMkLst>
        </pc:spChg>
      </pc:sldChg>
      <pc:sldChg chg="modSp">
        <pc:chgData name="Tymiński Paweł 2 (STUD)" userId="b946d374-49c9-4179-8a33-ee0ff5854e96" providerId="ADAL" clId="{6B65F1B2-1EAD-4113-9569-0533B7A63DBC}" dt="2020-02-18T15:29:18.664" v="254" actId="255"/>
        <pc:sldMkLst>
          <pc:docMk/>
          <pc:sldMk cId="1706221555" sldId="258"/>
        </pc:sldMkLst>
        <pc:spChg chg="mod">
          <ac:chgData name="Tymiński Paweł 2 (STUD)" userId="b946d374-49c9-4179-8a33-ee0ff5854e96" providerId="ADAL" clId="{6B65F1B2-1EAD-4113-9569-0533B7A63DBC}" dt="2020-02-18T15:29:18.664" v="254" actId="255"/>
          <ac:spMkLst>
            <pc:docMk/>
            <pc:sldMk cId="1706221555" sldId="258"/>
            <ac:spMk id="9" creationId="{53346522-2765-4B29-8CCB-E92FE396029C}"/>
          </ac:spMkLst>
        </pc:spChg>
      </pc:sldChg>
      <pc:sldChg chg="modSp">
        <pc:chgData name="Tymiński Paweł 2 (STUD)" userId="b946d374-49c9-4179-8a33-ee0ff5854e96" providerId="ADAL" clId="{6B65F1B2-1EAD-4113-9569-0533B7A63DBC}" dt="2020-02-18T16:02:07.431" v="653" actId="207"/>
        <pc:sldMkLst>
          <pc:docMk/>
          <pc:sldMk cId="3440628185" sldId="259"/>
        </pc:sldMkLst>
        <pc:spChg chg="mod">
          <ac:chgData name="Tymiński Paweł 2 (STUD)" userId="b946d374-49c9-4179-8a33-ee0ff5854e96" providerId="ADAL" clId="{6B65F1B2-1EAD-4113-9569-0533B7A63DBC}" dt="2020-02-18T16:02:07.431" v="653" actId="207"/>
          <ac:spMkLst>
            <pc:docMk/>
            <pc:sldMk cId="3440628185" sldId="259"/>
            <ac:spMk id="3" creationId="{67C941DC-2739-422E-AEF3-C9EF8D7609A6}"/>
          </ac:spMkLst>
        </pc:spChg>
      </pc:sldChg>
      <pc:sldChg chg="modSp ord">
        <pc:chgData name="Tymiński Paweł 2 (STUD)" userId="b946d374-49c9-4179-8a33-ee0ff5854e96" providerId="ADAL" clId="{6B65F1B2-1EAD-4113-9569-0533B7A63DBC}" dt="2020-02-18T15:55:07.365" v="612" actId="207"/>
        <pc:sldMkLst>
          <pc:docMk/>
          <pc:sldMk cId="2603440179" sldId="260"/>
        </pc:sldMkLst>
        <pc:spChg chg="mod">
          <ac:chgData name="Tymiński Paweł 2 (STUD)" userId="b946d374-49c9-4179-8a33-ee0ff5854e96" providerId="ADAL" clId="{6B65F1B2-1EAD-4113-9569-0533B7A63DBC}" dt="2020-02-18T15:55:07.365" v="612" actId="207"/>
          <ac:spMkLst>
            <pc:docMk/>
            <pc:sldMk cId="2603440179" sldId="260"/>
            <ac:spMk id="3" creationId="{A2227B97-4659-43F2-9FE7-11721038F538}"/>
          </ac:spMkLst>
        </pc:spChg>
      </pc:sldChg>
      <pc:sldChg chg="del">
        <pc:chgData name="Tymiński Paweł 2 (STUD)" userId="b946d374-49c9-4179-8a33-ee0ff5854e96" providerId="ADAL" clId="{6B65F1B2-1EAD-4113-9569-0533B7A63DBC}" dt="2020-02-18T15:17:23.697" v="146" actId="47"/>
        <pc:sldMkLst>
          <pc:docMk/>
          <pc:sldMk cId="2775995321" sldId="261"/>
        </pc:sldMkLst>
      </pc:sldChg>
      <pc:sldChg chg="modSp">
        <pc:chgData name="Tymiński Paweł 2 (STUD)" userId="b946d374-49c9-4179-8a33-ee0ff5854e96" providerId="ADAL" clId="{6B65F1B2-1EAD-4113-9569-0533B7A63DBC}" dt="2020-02-18T16:11:15.728" v="700" actId="20577"/>
        <pc:sldMkLst>
          <pc:docMk/>
          <pc:sldMk cId="1463102212" sldId="272"/>
        </pc:sldMkLst>
        <pc:spChg chg="mod">
          <ac:chgData name="Tymiński Paweł 2 (STUD)" userId="b946d374-49c9-4179-8a33-ee0ff5854e96" providerId="ADAL" clId="{6B65F1B2-1EAD-4113-9569-0533B7A63DBC}" dt="2020-02-18T16:11:15.728" v="700" actId="20577"/>
          <ac:spMkLst>
            <pc:docMk/>
            <pc:sldMk cId="1463102212" sldId="272"/>
            <ac:spMk id="3" creationId="{AF014BC2-8085-4D2C-A9CB-E9C67FDC0EF4}"/>
          </ac:spMkLst>
        </pc:spChg>
      </pc:sldChg>
      <pc:sldChg chg="modSp modNotesTx">
        <pc:chgData name="Tymiński Paweł 2 (STUD)" userId="b946d374-49c9-4179-8a33-ee0ff5854e96" providerId="ADAL" clId="{6B65F1B2-1EAD-4113-9569-0533B7A63DBC}" dt="2020-02-18T16:03:34.829" v="660" actId="1076"/>
        <pc:sldMkLst>
          <pc:docMk/>
          <pc:sldMk cId="518036708" sldId="276"/>
        </pc:sldMkLst>
        <pc:picChg chg="mod">
          <ac:chgData name="Tymiński Paweł 2 (STUD)" userId="b946d374-49c9-4179-8a33-ee0ff5854e96" providerId="ADAL" clId="{6B65F1B2-1EAD-4113-9569-0533B7A63DBC}" dt="2020-02-18T16:03:29.398" v="659" actId="1076"/>
          <ac:picMkLst>
            <pc:docMk/>
            <pc:sldMk cId="518036708" sldId="276"/>
            <ac:picMk id="8" creationId="{CDA650B0-BDDA-4EE0-ACE2-8ABB1DB1D6A3}"/>
          </ac:picMkLst>
        </pc:picChg>
        <pc:picChg chg="mod">
          <ac:chgData name="Tymiński Paweł 2 (STUD)" userId="b946d374-49c9-4179-8a33-ee0ff5854e96" providerId="ADAL" clId="{6B65F1B2-1EAD-4113-9569-0533B7A63DBC}" dt="2020-02-18T16:03:34.829" v="660" actId="1076"/>
          <ac:picMkLst>
            <pc:docMk/>
            <pc:sldMk cId="518036708" sldId="276"/>
            <ac:picMk id="9" creationId="{4851447D-BC2C-48EC-AD5C-81A605293882}"/>
          </ac:picMkLst>
        </pc:picChg>
        <pc:picChg chg="mod">
          <ac:chgData name="Tymiński Paweł 2 (STUD)" userId="b946d374-49c9-4179-8a33-ee0ff5854e96" providerId="ADAL" clId="{6B65F1B2-1EAD-4113-9569-0533B7A63DBC}" dt="2020-02-18T16:03:23.357" v="657" actId="1076"/>
          <ac:picMkLst>
            <pc:docMk/>
            <pc:sldMk cId="518036708" sldId="276"/>
            <ac:picMk id="10" creationId="{91CA08F8-32AC-4ABF-A06A-9C1CB2553849}"/>
          </ac:picMkLst>
        </pc:picChg>
        <pc:picChg chg="mod">
          <ac:chgData name="Tymiński Paweł 2 (STUD)" userId="b946d374-49c9-4179-8a33-ee0ff5854e96" providerId="ADAL" clId="{6B65F1B2-1EAD-4113-9569-0533B7A63DBC}" dt="2020-02-18T16:03:25.333" v="658" actId="1076"/>
          <ac:picMkLst>
            <pc:docMk/>
            <pc:sldMk cId="518036708" sldId="276"/>
            <ac:picMk id="11" creationId="{21BC763C-DF1B-4BF5-8A64-3AF5E2E09E6C}"/>
          </ac:picMkLst>
        </pc:picChg>
      </pc:sldChg>
      <pc:sldChg chg="modSp">
        <pc:chgData name="Tymiński Paweł 2 (STUD)" userId="b946d374-49c9-4179-8a33-ee0ff5854e96" providerId="ADAL" clId="{6B65F1B2-1EAD-4113-9569-0533B7A63DBC}" dt="2020-02-18T16:01:57.639" v="652" actId="207"/>
        <pc:sldMkLst>
          <pc:docMk/>
          <pc:sldMk cId="30646943" sldId="277"/>
        </pc:sldMkLst>
        <pc:spChg chg="mod">
          <ac:chgData name="Tymiński Paweł 2 (STUD)" userId="b946d374-49c9-4179-8a33-ee0ff5854e96" providerId="ADAL" clId="{6B65F1B2-1EAD-4113-9569-0533B7A63DBC}" dt="2020-02-18T16:01:57.639" v="652" actId="207"/>
          <ac:spMkLst>
            <pc:docMk/>
            <pc:sldMk cId="30646943" sldId="277"/>
            <ac:spMk id="3" creationId="{3891756C-E1EC-493F-BA2A-49B2BBE17B6A}"/>
          </ac:spMkLst>
        </pc:spChg>
      </pc:sldChg>
      <pc:sldChg chg="modSp">
        <pc:chgData name="Tymiński Paweł 2 (STUD)" userId="b946d374-49c9-4179-8a33-ee0ff5854e96" providerId="ADAL" clId="{6B65F1B2-1EAD-4113-9569-0533B7A63DBC}" dt="2020-02-18T16:01:46.700" v="651" actId="207"/>
        <pc:sldMkLst>
          <pc:docMk/>
          <pc:sldMk cId="3057650311" sldId="279"/>
        </pc:sldMkLst>
        <pc:spChg chg="mod">
          <ac:chgData name="Tymiński Paweł 2 (STUD)" userId="b946d374-49c9-4179-8a33-ee0ff5854e96" providerId="ADAL" clId="{6B65F1B2-1EAD-4113-9569-0533B7A63DBC}" dt="2020-02-18T16:01:46.700" v="651" actId="207"/>
          <ac:spMkLst>
            <pc:docMk/>
            <pc:sldMk cId="3057650311" sldId="279"/>
            <ac:spMk id="3" creationId="{78AF017A-BA95-47B9-AEAF-51232B11D8FE}"/>
          </ac:spMkLst>
        </pc:spChg>
      </pc:sldChg>
      <pc:sldChg chg="modSp">
        <pc:chgData name="Tymiński Paweł 2 (STUD)" userId="b946d374-49c9-4179-8a33-ee0ff5854e96" providerId="ADAL" clId="{6B65F1B2-1EAD-4113-9569-0533B7A63DBC}" dt="2020-02-18T16:11:57.987" v="701" actId="207"/>
        <pc:sldMkLst>
          <pc:docMk/>
          <pc:sldMk cId="3264788469" sldId="281"/>
        </pc:sldMkLst>
        <pc:spChg chg="mod">
          <ac:chgData name="Tymiński Paweł 2 (STUD)" userId="b946d374-49c9-4179-8a33-ee0ff5854e96" providerId="ADAL" clId="{6B65F1B2-1EAD-4113-9569-0533B7A63DBC}" dt="2020-02-18T16:11:57.987" v="701" actId="207"/>
          <ac:spMkLst>
            <pc:docMk/>
            <pc:sldMk cId="3264788469" sldId="281"/>
            <ac:spMk id="3" creationId="{C82FF5B3-FD9C-4D7B-83DD-044D3375D69E}"/>
          </ac:spMkLst>
        </pc:spChg>
      </pc:sldChg>
      <pc:sldChg chg="modSp">
        <pc:chgData name="Tymiński Paweł 2 (STUD)" userId="b946d374-49c9-4179-8a33-ee0ff5854e96" providerId="ADAL" clId="{6B65F1B2-1EAD-4113-9569-0533B7A63DBC}" dt="2020-02-18T16:08:44.744" v="679" actId="20577"/>
        <pc:sldMkLst>
          <pc:docMk/>
          <pc:sldMk cId="3272285275" sldId="283"/>
        </pc:sldMkLst>
        <pc:spChg chg="mod">
          <ac:chgData name="Tymiński Paweł 2 (STUD)" userId="b946d374-49c9-4179-8a33-ee0ff5854e96" providerId="ADAL" clId="{6B65F1B2-1EAD-4113-9569-0533B7A63DBC}" dt="2020-02-18T16:08:44.744" v="679" actId="20577"/>
          <ac:spMkLst>
            <pc:docMk/>
            <pc:sldMk cId="3272285275" sldId="283"/>
            <ac:spMk id="3" creationId="{B2FB809F-3442-49AB-8FBE-88EB3F46CC0E}"/>
          </ac:spMkLst>
        </pc:spChg>
        <pc:picChg chg="mod">
          <ac:chgData name="Tymiński Paweł 2 (STUD)" userId="b946d374-49c9-4179-8a33-ee0ff5854e96" providerId="ADAL" clId="{6B65F1B2-1EAD-4113-9569-0533B7A63DBC}" dt="2020-02-18T16:08:18.456" v="662" actId="1076"/>
          <ac:picMkLst>
            <pc:docMk/>
            <pc:sldMk cId="3272285275" sldId="283"/>
            <ac:picMk id="4" creationId="{E75405F4-4774-4FCE-88B1-F21916A9F56E}"/>
          </ac:picMkLst>
        </pc:picChg>
        <pc:picChg chg="mod">
          <ac:chgData name="Tymiński Paweł 2 (STUD)" userId="b946d374-49c9-4179-8a33-ee0ff5854e96" providerId="ADAL" clId="{6B65F1B2-1EAD-4113-9569-0533B7A63DBC}" dt="2020-02-18T16:08:19.975" v="663" actId="1076"/>
          <ac:picMkLst>
            <pc:docMk/>
            <pc:sldMk cId="3272285275" sldId="283"/>
            <ac:picMk id="5" creationId="{12A96B91-2190-4EFD-8127-B8BA7558EBE6}"/>
          </ac:picMkLst>
        </pc:picChg>
      </pc:sldChg>
      <pc:sldChg chg="modNotesTx">
        <pc:chgData name="Tymiński Paweł 2 (STUD)" userId="b946d374-49c9-4179-8a33-ee0ff5854e96" providerId="ADAL" clId="{6B65F1B2-1EAD-4113-9569-0533B7A63DBC}" dt="2020-02-18T15:33:48.730" v="427" actId="20577"/>
        <pc:sldMkLst>
          <pc:docMk/>
          <pc:sldMk cId="4225358714" sldId="284"/>
        </pc:sldMkLst>
      </pc:sldChg>
      <pc:sldChg chg="addSp modSp">
        <pc:chgData name="Tymiński Paweł 2 (STUD)" userId="b946d374-49c9-4179-8a33-ee0ff5854e96" providerId="ADAL" clId="{6B65F1B2-1EAD-4113-9569-0533B7A63DBC}" dt="2020-02-18T16:01:31.252" v="649" actId="1076"/>
        <pc:sldMkLst>
          <pc:docMk/>
          <pc:sldMk cId="1184140980" sldId="285"/>
        </pc:sldMkLst>
        <pc:spChg chg="mod">
          <ac:chgData name="Tymiński Paweł 2 (STUD)" userId="b946d374-49c9-4179-8a33-ee0ff5854e96" providerId="ADAL" clId="{6B65F1B2-1EAD-4113-9569-0533B7A63DBC}" dt="2020-02-18T15:40:02.137" v="525" actId="1036"/>
          <ac:spMkLst>
            <pc:docMk/>
            <pc:sldMk cId="1184140980" sldId="285"/>
            <ac:spMk id="2" creationId="{F10EEA4A-86D4-4930-AA35-02F9B2BE2B8C}"/>
          </ac:spMkLst>
        </pc:spChg>
        <pc:spChg chg="mod">
          <ac:chgData name="Tymiński Paweł 2 (STUD)" userId="b946d374-49c9-4179-8a33-ee0ff5854e96" providerId="ADAL" clId="{6B65F1B2-1EAD-4113-9569-0533B7A63DBC}" dt="2020-02-18T15:39:57.965" v="521" actId="1076"/>
          <ac:spMkLst>
            <pc:docMk/>
            <pc:sldMk cId="1184140980" sldId="285"/>
            <ac:spMk id="3" creationId="{3C89E972-EB8D-449C-BA8C-43D47EA1BC90}"/>
          </ac:spMkLst>
        </pc:spChg>
        <pc:spChg chg="mod">
          <ac:chgData name="Tymiński Paweł 2 (STUD)" userId="b946d374-49c9-4179-8a33-ee0ff5854e96" providerId="ADAL" clId="{6B65F1B2-1EAD-4113-9569-0533B7A63DBC}" dt="2020-02-18T15:40:14.106" v="567" actId="1035"/>
          <ac:spMkLst>
            <pc:docMk/>
            <pc:sldMk cId="1184140980" sldId="285"/>
            <ac:spMk id="5" creationId="{2CE8EC1A-20F3-4ED1-ACAB-F950EE07B67C}"/>
          </ac:spMkLst>
        </pc:spChg>
        <pc:spChg chg="add mod">
          <ac:chgData name="Tymiński Paweł 2 (STUD)" userId="b946d374-49c9-4179-8a33-ee0ff5854e96" providerId="ADAL" clId="{6B65F1B2-1EAD-4113-9569-0533B7A63DBC}" dt="2020-02-18T15:39:38.754" v="517" actId="20577"/>
          <ac:spMkLst>
            <pc:docMk/>
            <pc:sldMk cId="1184140980" sldId="285"/>
            <ac:spMk id="6" creationId="{FFCCC901-839D-444A-979D-ED30FBB38C82}"/>
          </ac:spMkLst>
        </pc:spChg>
        <pc:picChg chg="mod">
          <ac:chgData name="Tymiński Paweł 2 (STUD)" userId="b946d374-49c9-4179-8a33-ee0ff5854e96" providerId="ADAL" clId="{6B65F1B2-1EAD-4113-9569-0533B7A63DBC}" dt="2020-02-18T16:01:31.252" v="649" actId="1076"/>
          <ac:picMkLst>
            <pc:docMk/>
            <pc:sldMk cId="1184140980" sldId="285"/>
            <ac:picMk id="4" creationId="{D854C002-13D9-4D03-9DD6-9697E89D1E1D}"/>
          </ac:picMkLst>
        </pc:picChg>
      </pc:sldChg>
      <pc:sldChg chg="modSp modNotesTx">
        <pc:chgData name="Tymiński Paweł 2 (STUD)" userId="b946d374-49c9-4179-8a33-ee0ff5854e96" providerId="ADAL" clId="{6B65F1B2-1EAD-4113-9569-0533B7A63DBC}" dt="2020-02-24T13:00:21.173" v="978" actId="20577"/>
        <pc:sldMkLst>
          <pc:docMk/>
          <pc:sldMk cId="2723578883" sldId="286"/>
        </pc:sldMkLst>
        <pc:picChg chg="mod">
          <ac:chgData name="Tymiński Paweł 2 (STUD)" userId="b946d374-49c9-4179-8a33-ee0ff5854e96" providerId="ADAL" clId="{6B65F1B2-1EAD-4113-9569-0533B7A63DBC}" dt="2020-02-18T16:00:52.165" v="646" actId="1076"/>
          <ac:picMkLst>
            <pc:docMk/>
            <pc:sldMk cId="2723578883" sldId="286"/>
            <ac:picMk id="4" creationId="{29CDE06F-9954-43A8-BD38-65C6C57B91EB}"/>
          </ac:picMkLst>
        </pc:picChg>
        <pc:picChg chg="mod">
          <ac:chgData name="Tymiński Paweł 2 (STUD)" userId="b946d374-49c9-4179-8a33-ee0ff5854e96" providerId="ADAL" clId="{6B65F1B2-1EAD-4113-9569-0533B7A63DBC}" dt="2020-02-18T16:00:55.334" v="647" actId="1076"/>
          <ac:picMkLst>
            <pc:docMk/>
            <pc:sldMk cId="2723578883" sldId="286"/>
            <ac:picMk id="5" creationId="{52452A5B-6143-45BC-863C-F75186C57289}"/>
          </ac:picMkLst>
        </pc:picChg>
      </pc:sldChg>
      <pc:sldChg chg="modSp">
        <pc:chgData name="Tymiński Paweł 2 (STUD)" userId="b946d374-49c9-4179-8a33-ee0ff5854e96" providerId="ADAL" clId="{6B65F1B2-1EAD-4113-9569-0533B7A63DBC}" dt="2020-02-18T15:48:38.707" v="586" actId="1035"/>
        <pc:sldMkLst>
          <pc:docMk/>
          <pc:sldMk cId="4172008320" sldId="287"/>
        </pc:sldMkLst>
        <pc:picChg chg="mod">
          <ac:chgData name="Tymiński Paweł 2 (STUD)" userId="b946d374-49c9-4179-8a33-ee0ff5854e96" providerId="ADAL" clId="{6B65F1B2-1EAD-4113-9569-0533B7A63DBC}" dt="2020-02-18T15:48:12.444" v="582" actId="1076"/>
          <ac:picMkLst>
            <pc:docMk/>
            <pc:sldMk cId="4172008320" sldId="287"/>
            <ac:picMk id="6" creationId="{86A08D4D-D1CE-4684-AECC-FDCC24BE0993}"/>
          </ac:picMkLst>
        </pc:picChg>
        <pc:picChg chg="mod">
          <ac:chgData name="Tymiński Paweł 2 (STUD)" userId="b946d374-49c9-4179-8a33-ee0ff5854e96" providerId="ADAL" clId="{6B65F1B2-1EAD-4113-9569-0533B7A63DBC}" dt="2020-02-18T15:48:08.536" v="581" actId="1076"/>
          <ac:picMkLst>
            <pc:docMk/>
            <pc:sldMk cId="4172008320" sldId="287"/>
            <ac:picMk id="8" creationId="{253F095D-474C-4D4B-B9D0-8801765EA226}"/>
          </ac:picMkLst>
        </pc:picChg>
        <pc:picChg chg="mod">
          <ac:chgData name="Tymiński Paweł 2 (STUD)" userId="b946d374-49c9-4179-8a33-ee0ff5854e96" providerId="ADAL" clId="{6B65F1B2-1EAD-4113-9569-0533B7A63DBC}" dt="2020-02-18T15:48:29.748" v="583" actId="1035"/>
          <ac:picMkLst>
            <pc:docMk/>
            <pc:sldMk cId="4172008320" sldId="287"/>
            <ac:picMk id="9" creationId="{A35AC53C-D0B7-44D3-8428-DD3FA15B360E}"/>
          </ac:picMkLst>
        </pc:picChg>
        <pc:picChg chg="mod">
          <ac:chgData name="Tymiński Paweł 2 (STUD)" userId="b946d374-49c9-4179-8a33-ee0ff5854e96" providerId="ADAL" clId="{6B65F1B2-1EAD-4113-9569-0533B7A63DBC}" dt="2020-02-18T15:48:33.978" v="584" actId="1035"/>
          <ac:picMkLst>
            <pc:docMk/>
            <pc:sldMk cId="4172008320" sldId="287"/>
            <ac:picMk id="10" creationId="{13661B39-3D4C-44AB-9E4A-D2F8EDC17D01}"/>
          </ac:picMkLst>
        </pc:picChg>
        <pc:picChg chg="mod">
          <ac:chgData name="Tymiński Paweł 2 (STUD)" userId="b946d374-49c9-4179-8a33-ee0ff5854e96" providerId="ADAL" clId="{6B65F1B2-1EAD-4113-9569-0533B7A63DBC}" dt="2020-02-18T15:48:38.707" v="586" actId="1035"/>
          <ac:picMkLst>
            <pc:docMk/>
            <pc:sldMk cId="4172008320" sldId="287"/>
            <ac:picMk id="11" creationId="{FA5AAE72-D3E5-471D-9E3E-48FD9D1E8830}"/>
          </ac:picMkLst>
        </pc:picChg>
      </pc:sldChg>
      <pc:sldChg chg="addSp modSp">
        <pc:chgData name="Tymiński Paweł 2 (STUD)" userId="b946d374-49c9-4179-8a33-ee0ff5854e96" providerId="ADAL" clId="{6B65F1B2-1EAD-4113-9569-0533B7A63DBC}" dt="2020-02-18T15:46:48.858" v="576" actId="1076"/>
        <pc:sldMkLst>
          <pc:docMk/>
          <pc:sldMk cId="114141374" sldId="288"/>
        </pc:sldMkLst>
        <pc:spChg chg="mod">
          <ac:chgData name="Tymiński Paweł 2 (STUD)" userId="b946d374-49c9-4179-8a33-ee0ff5854e96" providerId="ADAL" clId="{6B65F1B2-1EAD-4113-9569-0533B7A63DBC}" dt="2020-02-18T15:46:43.753" v="574" actId="1076"/>
          <ac:spMkLst>
            <pc:docMk/>
            <pc:sldMk cId="114141374" sldId="288"/>
            <ac:spMk id="5" creationId="{BB2BF129-FC27-4127-933D-FF2561BB46F0}"/>
          </ac:spMkLst>
        </pc:spChg>
        <pc:picChg chg="add mod">
          <ac:chgData name="Tymiński Paweł 2 (STUD)" userId="b946d374-49c9-4179-8a33-ee0ff5854e96" providerId="ADAL" clId="{6B65F1B2-1EAD-4113-9569-0533B7A63DBC}" dt="2020-02-18T15:46:48.858" v="576" actId="1076"/>
          <ac:picMkLst>
            <pc:docMk/>
            <pc:sldMk cId="114141374" sldId="288"/>
            <ac:picMk id="3" creationId="{4F2E2138-A372-45EB-9E8F-BCAE0CD4FEAB}"/>
          </ac:picMkLst>
        </pc:picChg>
        <pc:picChg chg="mod">
          <ac:chgData name="Tymiński Paweł 2 (STUD)" userId="b946d374-49c9-4179-8a33-ee0ff5854e96" providerId="ADAL" clId="{6B65F1B2-1EAD-4113-9569-0533B7A63DBC}" dt="2020-02-18T15:46:45.466" v="575" actId="1076"/>
          <ac:picMkLst>
            <pc:docMk/>
            <pc:sldMk cId="114141374" sldId="288"/>
            <ac:picMk id="4" creationId="{F90FE961-C405-4599-B53C-3AF7AB7A5121}"/>
          </ac:picMkLst>
        </pc:picChg>
      </pc:sldChg>
      <pc:sldChg chg="addSp delSp modSp">
        <pc:chgData name="Tymiński Paweł 2 (STUD)" userId="b946d374-49c9-4179-8a33-ee0ff5854e96" providerId="ADAL" clId="{6B65F1B2-1EAD-4113-9569-0533B7A63DBC}" dt="2020-02-18T15:18:04.259" v="150" actId="255"/>
        <pc:sldMkLst>
          <pc:docMk/>
          <pc:sldMk cId="983935090" sldId="289"/>
        </pc:sldMkLst>
        <pc:spChg chg="del">
          <ac:chgData name="Tymiński Paweł 2 (STUD)" userId="b946d374-49c9-4179-8a33-ee0ff5854e96" providerId="ADAL" clId="{6B65F1B2-1EAD-4113-9569-0533B7A63DBC}" dt="2020-02-18T15:09:33.834" v="35"/>
          <ac:spMkLst>
            <pc:docMk/>
            <pc:sldMk cId="983935090" sldId="289"/>
            <ac:spMk id="3" creationId="{E5D5646C-B741-4495-A981-4446F90BC2CE}"/>
          </ac:spMkLst>
        </pc:spChg>
        <pc:graphicFrameChg chg="add mod modGraphic">
          <ac:chgData name="Tymiński Paweł 2 (STUD)" userId="b946d374-49c9-4179-8a33-ee0ff5854e96" providerId="ADAL" clId="{6B65F1B2-1EAD-4113-9569-0533B7A63DBC}" dt="2020-02-18T15:18:04.259" v="150" actId="255"/>
          <ac:graphicFrameMkLst>
            <pc:docMk/>
            <pc:sldMk cId="983935090" sldId="289"/>
            <ac:graphicFrameMk id="7" creationId="{46D88FC8-A076-4B32-8BAB-DB8C1FC83C8D}"/>
          </ac:graphicFrameMkLst>
        </pc:graphicFrameChg>
        <pc:picChg chg="mod">
          <ac:chgData name="Tymiński Paweł 2 (STUD)" userId="b946d374-49c9-4179-8a33-ee0ff5854e96" providerId="ADAL" clId="{6B65F1B2-1EAD-4113-9569-0533B7A63DBC}" dt="2020-02-18T15:18:00.216" v="149" actId="1076"/>
          <ac:picMkLst>
            <pc:docMk/>
            <pc:sldMk cId="983935090" sldId="289"/>
            <ac:picMk id="4" creationId="{69339691-4C64-49DB-BFBF-E0CF3148F785}"/>
          </ac:picMkLst>
        </pc:picChg>
        <pc:picChg chg="mod">
          <ac:chgData name="Tymiński Paweł 2 (STUD)" userId="b946d374-49c9-4179-8a33-ee0ff5854e96" providerId="ADAL" clId="{6B65F1B2-1EAD-4113-9569-0533B7A63DBC}" dt="2020-02-18T15:17:56.328" v="147" actId="1076"/>
          <ac:picMkLst>
            <pc:docMk/>
            <pc:sldMk cId="983935090" sldId="289"/>
            <ac:picMk id="5" creationId="{4A9932B1-C622-4880-8CEA-D46484CFC493}"/>
          </ac:picMkLst>
        </pc:picChg>
        <pc:picChg chg="mod">
          <ac:chgData name="Tymiński Paweł 2 (STUD)" userId="b946d374-49c9-4179-8a33-ee0ff5854e96" providerId="ADAL" clId="{6B65F1B2-1EAD-4113-9569-0533B7A63DBC}" dt="2020-02-18T15:17:59.015" v="148" actId="1076"/>
          <ac:picMkLst>
            <pc:docMk/>
            <pc:sldMk cId="983935090" sldId="289"/>
            <ac:picMk id="6" creationId="{BAA20499-F0AF-4670-98A5-A216A2521B92}"/>
          </ac:picMkLst>
        </pc:picChg>
      </pc:sldChg>
      <pc:sldChg chg="addSp delSp modSp">
        <pc:chgData name="Tymiński Paweł 2 (STUD)" userId="b946d374-49c9-4179-8a33-ee0ff5854e96" providerId="ADAL" clId="{6B65F1B2-1EAD-4113-9569-0533B7A63DBC}" dt="2020-02-18T15:50:45.019" v="587" actId="1076"/>
        <pc:sldMkLst>
          <pc:docMk/>
          <pc:sldMk cId="3756882276" sldId="290"/>
        </pc:sldMkLst>
        <pc:spChg chg="add del">
          <ac:chgData name="Tymiński Paweł 2 (STUD)" userId="b946d374-49c9-4179-8a33-ee0ff5854e96" providerId="ADAL" clId="{6B65F1B2-1EAD-4113-9569-0533B7A63DBC}" dt="2020-02-18T15:11:08.074" v="89"/>
          <ac:spMkLst>
            <pc:docMk/>
            <pc:sldMk cId="3756882276" sldId="290"/>
            <ac:spMk id="3" creationId="{E5D5646C-B741-4495-A981-4446F90BC2CE}"/>
          </ac:spMkLst>
        </pc:spChg>
        <pc:graphicFrameChg chg="add del mod">
          <ac:chgData name="Tymiński Paweł 2 (STUD)" userId="b946d374-49c9-4179-8a33-ee0ff5854e96" providerId="ADAL" clId="{6B65F1B2-1EAD-4113-9569-0533B7A63DBC}" dt="2020-02-18T15:11:05.918" v="88"/>
          <ac:graphicFrameMkLst>
            <pc:docMk/>
            <pc:sldMk cId="3756882276" sldId="290"/>
            <ac:graphicFrameMk id="4" creationId="{F4C0AC32-CAF6-43A7-97D6-292570A75E0F}"/>
          </ac:graphicFrameMkLst>
        </pc:graphicFrameChg>
        <pc:graphicFrameChg chg="add mod modGraphic">
          <ac:chgData name="Tymiński Paweł 2 (STUD)" userId="b946d374-49c9-4179-8a33-ee0ff5854e96" providerId="ADAL" clId="{6B65F1B2-1EAD-4113-9569-0533B7A63DBC}" dt="2020-02-18T15:18:30.139" v="153" actId="255"/>
          <ac:graphicFrameMkLst>
            <pc:docMk/>
            <pc:sldMk cId="3756882276" sldId="290"/>
            <ac:graphicFrameMk id="5" creationId="{A3FA5C3D-EA56-4F91-91D4-ED1FF94729A6}"/>
          </ac:graphicFrameMkLst>
        </pc:graphicFrameChg>
        <pc:picChg chg="add mod">
          <ac:chgData name="Tymiński Paweł 2 (STUD)" userId="b946d374-49c9-4179-8a33-ee0ff5854e96" providerId="ADAL" clId="{6B65F1B2-1EAD-4113-9569-0533B7A63DBC}" dt="2020-02-18T15:50:45.019" v="587" actId="1076"/>
          <ac:picMkLst>
            <pc:docMk/>
            <pc:sldMk cId="3756882276" sldId="290"/>
            <ac:picMk id="6" creationId="{4916F850-DF19-4AE0-A6AE-AD28E2181B7A}"/>
          </ac:picMkLst>
        </pc:picChg>
      </pc:sldChg>
      <pc:sldChg chg="addSp modSp">
        <pc:chgData name="Tymiński Paweł 2 (STUD)" userId="b946d374-49c9-4179-8a33-ee0ff5854e96" providerId="ADAL" clId="{6B65F1B2-1EAD-4113-9569-0533B7A63DBC}" dt="2020-02-24T13:02:40.523" v="1057" actId="1036"/>
        <pc:sldMkLst>
          <pc:docMk/>
          <pc:sldMk cId="4100143367" sldId="291"/>
        </pc:sldMkLst>
        <pc:picChg chg="add mod">
          <ac:chgData name="Tymiński Paweł 2 (STUD)" userId="b946d374-49c9-4179-8a33-ee0ff5854e96" providerId="ADAL" clId="{6B65F1B2-1EAD-4113-9569-0533B7A63DBC}" dt="2020-02-24T13:02:40.523" v="1057" actId="1036"/>
          <ac:picMkLst>
            <pc:docMk/>
            <pc:sldMk cId="4100143367" sldId="291"/>
            <ac:picMk id="4" creationId="{370B9D63-BA25-4577-BEC4-4893E0EE2F6A}"/>
          </ac:picMkLst>
        </pc:picChg>
        <pc:picChg chg="add mod">
          <ac:chgData name="Tymiński Paweł 2 (STUD)" userId="b946d374-49c9-4179-8a33-ee0ff5854e96" providerId="ADAL" clId="{6B65F1B2-1EAD-4113-9569-0533B7A63DBC}" dt="2020-02-18T15:16:36.611" v="144" actId="1035"/>
          <ac:picMkLst>
            <pc:docMk/>
            <pc:sldMk cId="4100143367" sldId="291"/>
            <ac:picMk id="5" creationId="{8CC7B63A-A6A3-4A6D-AC1F-1742139622C5}"/>
          </ac:picMkLst>
        </pc:picChg>
      </pc:sldChg>
      <pc:sldChg chg="modSp modNotesTx">
        <pc:chgData name="Tymiński Paweł 2 (STUD)" userId="b946d374-49c9-4179-8a33-ee0ff5854e96" providerId="ADAL" clId="{6B65F1B2-1EAD-4113-9569-0533B7A63DBC}" dt="2020-02-24T12:55:57.233" v="948" actId="20577"/>
        <pc:sldMkLst>
          <pc:docMk/>
          <pc:sldMk cId="515611755" sldId="292"/>
        </pc:sldMkLst>
        <pc:graphicFrameChg chg="mod modGraphic">
          <ac:chgData name="Tymiński Paweł 2 (STUD)" userId="b946d374-49c9-4179-8a33-ee0ff5854e96" providerId="ADAL" clId="{6B65F1B2-1EAD-4113-9569-0533B7A63DBC}" dt="2020-02-18T15:54:01.730" v="605" actId="255"/>
          <ac:graphicFrameMkLst>
            <pc:docMk/>
            <pc:sldMk cId="515611755" sldId="292"/>
            <ac:graphicFrameMk id="2" creationId="{40759A26-0366-4C03-945F-9A35FEDB15BD}"/>
          </ac:graphicFrameMkLst>
        </pc:graphicFrameChg>
      </pc:sldChg>
      <pc:sldChg chg="modNotesTx">
        <pc:chgData name="Tymiński Paweł 2 (STUD)" userId="b946d374-49c9-4179-8a33-ee0ff5854e96" providerId="ADAL" clId="{6B65F1B2-1EAD-4113-9569-0533B7A63DBC}" dt="2020-02-24T12:55:36.482" v="874" actId="20577"/>
        <pc:sldMkLst>
          <pc:docMk/>
          <pc:sldMk cId="4185200354" sldId="293"/>
        </pc:sldMkLst>
      </pc:sldChg>
      <pc:sldChg chg="addSp delSp modSp modNotesTx">
        <pc:chgData name="Tymiński Paweł 2 (STUD)" userId="b946d374-49c9-4179-8a33-ee0ff5854e96" providerId="ADAL" clId="{6B65F1B2-1EAD-4113-9569-0533B7A63DBC}" dt="2020-02-24T12:55:17.980" v="814" actId="20577"/>
        <pc:sldMkLst>
          <pc:docMk/>
          <pc:sldMk cId="1695739061" sldId="294"/>
        </pc:sldMkLst>
        <pc:spChg chg="add del mod">
          <ac:chgData name="Tymiński Paweł 2 (STUD)" userId="b946d374-49c9-4179-8a33-ee0ff5854e96" providerId="ADAL" clId="{6B65F1B2-1EAD-4113-9569-0533B7A63DBC}" dt="2020-02-18T15:26:14.708" v="252" actId="20577"/>
          <ac:spMkLst>
            <pc:docMk/>
            <pc:sldMk cId="1695739061" sldId="294"/>
            <ac:spMk id="2" creationId="{BCA53AAA-7A73-49D8-86B5-F0FDE5BC44C2}"/>
          </ac:spMkLst>
        </pc:spChg>
        <pc:spChg chg="add del mod">
          <ac:chgData name="Tymiński Paweł 2 (STUD)" userId="b946d374-49c9-4179-8a33-ee0ff5854e96" providerId="ADAL" clId="{6B65F1B2-1EAD-4113-9569-0533B7A63DBC}" dt="2020-02-18T15:25:07.199" v="207"/>
          <ac:spMkLst>
            <pc:docMk/>
            <pc:sldMk cId="1695739061" sldId="294"/>
            <ac:spMk id="3" creationId="{747C0822-6963-447A-8401-ECB5661FE1A0}"/>
          </ac:spMkLst>
        </pc:spChg>
        <pc:picChg chg="mod">
          <ac:chgData name="Tymiński Paweł 2 (STUD)" userId="b946d374-49c9-4179-8a33-ee0ff5854e96" providerId="ADAL" clId="{6B65F1B2-1EAD-4113-9569-0533B7A63DBC}" dt="2020-02-18T15:25:46.837" v="224" actId="1076"/>
          <ac:picMkLst>
            <pc:docMk/>
            <pc:sldMk cId="1695739061" sldId="294"/>
            <ac:picMk id="5" creationId="{625049F6-5202-4A21-BE03-939214CD6B35}"/>
          </ac:picMkLst>
        </pc:picChg>
        <pc:picChg chg="mod">
          <ac:chgData name="Tymiński Paweł 2 (STUD)" userId="b946d374-49c9-4179-8a33-ee0ff5854e96" providerId="ADAL" clId="{6B65F1B2-1EAD-4113-9569-0533B7A63DBC}" dt="2020-02-18T15:26:00.346" v="238" actId="1036"/>
          <ac:picMkLst>
            <pc:docMk/>
            <pc:sldMk cId="1695739061" sldId="294"/>
            <ac:picMk id="7" creationId="{0D298DF7-3EF2-4A6F-930A-C54564113A04}"/>
          </ac:picMkLst>
        </pc:picChg>
        <pc:picChg chg="mod">
          <ac:chgData name="Tymiński Paweł 2 (STUD)" userId="b946d374-49c9-4179-8a33-ee0ff5854e96" providerId="ADAL" clId="{6B65F1B2-1EAD-4113-9569-0533B7A63DBC}" dt="2020-02-18T15:25:43.625" v="222" actId="1076"/>
          <ac:picMkLst>
            <pc:docMk/>
            <pc:sldMk cId="1695739061" sldId="294"/>
            <ac:picMk id="9" creationId="{E422AB11-8A83-4CB5-A6B6-2D0D77919D40}"/>
          </ac:picMkLst>
        </pc:picChg>
        <pc:picChg chg="mod">
          <ac:chgData name="Tymiński Paweł 2 (STUD)" userId="b946d374-49c9-4179-8a33-ee0ff5854e96" providerId="ADAL" clId="{6B65F1B2-1EAD-4113-9569-0533B7A63DBC}" dt="2020-02-18T15:25:49.286" v="225" actId="1076"/>
          <ac:picMkLst>
            <pc:docMk/>
            <pc:sldMk cId="1695739061" sldId="294"/>
            <ac:picMk id="11" creationId="{D9BDA51F-9C38-4D81-9C72-E15C4F5FF488}"/>
          </ac:picMkLst>
        </pc:picChg>
        <pc:picChg chg="mod">
          <ac:chgData name="Tymiński Paweł 2 (STUD)" userId="b946d374-49c9-4179-8a33-ee0ff5854e96" providerId="ADAL" clId="{6B65F1B2-1EAD-4113-9569-0533B7A63DBC}" dt="2020-02-18T15:25:44.861" v="223" actId="1076"/>
          <ac:picMkLst>
            <pc:docMk/>
            <pc:sldMk cId="1695739061" sldId="294"/>
            <ac:picMk id="13" creationId="{553C8C10-AAEC-4FF3-BEB7-C8B1019FF0DE}"/>
          </ac:picMkLst>
        </pc:picChg>
        <pc:picChg chg="mod">
          <ac:chgData name="Tymiński Paweł 2 (STUD)" userId="b946d374-49c9-4179-8a33-ee0ff5854e96" providerId="ADAL" clId="{6B65F1B2-1EAD-4113-9569-0533B7A63DBC}" dt="2020-02-18T15:26:06.740" v="240" actId="1036"/>
          <ac:picMkLst>
            <pc:docMk/>
            <pc:sldMk cId="1695739061" sldId="294"/>
            <ac:picMk id="15" creationId="{44C377DB-47CA-4D66-856F-C7755193B842}"/>
          </ac:picMkLst>
        </pc:picChg>
      </pc:sldChg>
      <pc:sldChg chg="modSp modNotesTx">
        <pc:chgData name="Tymiński Paweł 2 (STUD)" userId="b946d374-49c9-4179-8a33-ee0ff5854e96" providerId="ADAL" clId="{6B65F1B2-1EAD-4113-9569-0533B7A63DBC}" dt="2020-02-24T13:00:39.420" v="1051" actId="20577"/>
        <pc:sldMkLst>
          <pc:docMk/>
          <pc:sldMk cId="3859812201" sldId="295"/>
        </pc:sldMkLst>
        <pc:spChg chg="mod">
          <ac:chgData name="Tymiński Paweł 2 (STUD)" userId="b946d374-49c9-4179-8a33-ee0ff5854e96" providerId="ADAL" clId="{6B65F1B2-1EAD-4113-9569-0533B7A63DBC}" dt="2020-02-17T19:58:29.414" v="34" actId="20577"/>
          <ac:spMkLst>
            <pc:docMk/>
            <pc:sldMk cId="3859812201" sldId="295"/>
            <ac:spMk id="2" creationId="{23603F3F-2B9C-4F4C-8D2E-E14D0B000214}"/>
          </ac:spMkLst>
        </pc:spChg>
      </pc:sldChg>
      <pc:sldChg chg="addSp modSp add modNotesTx">
        <pc:chgData name="Tymiński Paweł 2 (STUD)" userId="b946d374-49c9-4179-8a33-ee0ff5854e96" providerId="ADAL" clId="{6B65F1B2-1EAD-4113-9569-0533B7A63DBC}" dt="2020-02-24T13:04:48.631" v="1113" actId="20577"/>
        <pc:sldMkLst>
          <pc:docMk/>
          <pc:sldMk cId="1997408599" sldId="296"/>
        </pc:sldMkLst>
        <pc:spChg chg="mod">
          <ac:chgData name="Tymiński Paweł 2 (STUD)" userId="b946d374-49c9-4179-8a33-ee0ff5854e96" providerId="ADAL" clId="{6B65F1B2-1EAD-4113-9569-0533B7A63DBC}" dt="2020-02-18T15:58:17.795" v="640" actId="20577"/>
          <ac:spMkLst>
            <pc:docMk/>
            <pc:sldMk cId="1997408599" sldId="296"/>
            <ac:spMk id="2" creationId="{69B255DF-67BF-4E15-B179-D19D75C40878}"/>
          </ac:spMkLst>
        </pc:spChg>
        <pc:picChg chg="add mod modCrop">
          <ac:chgData name="Tymiński Paweł 2 (STUD)" userId="b946d374-49c9-4179-8a33-ee0ff5854e96" providerId="ADAL" clId="{6B65F1B2-1EAD-4113-9569-0533B7A63DBC}" dt="2020-02-18T15:51:40.138" v="594" actId="1076"/>
          <ac:picMkLst>
            <pc:docMk/>
            <pc:sldMk cId="1997408599" sldId="296"/>
            <ac:picMk id="4" creationId="{FBD16812-2186-4600-807B-5C76871E5C94}"/>
          </ac:picMkLst>
        </pc:picChg>
        <pc:picChg chg="add mod modCrop">
          <ac:chgData name="Tymiński Paweł 2 (STUD)" userId="b946d374-49c9-4179-8a33-ee0ff5854e96" providerId="ADAL" clId="{6B65F1B2-1EAD-4113-9569-0533B7A63DBC}" dt="2020-02-18T15:51:36.147" v="593" actId="1076"/>
          <ac:picMkLst>
            <pc:docMk/>
            <pc:sldMk cId="1997408599" sldId="296"/>
            <ac:picMk id="5" creationId="{0E47307E-56D6-4DB0-BB9D-989A660A4451}"/>
          </ac:picMkLst>
        </pc:picChg>
      </pc:sldChg>
      <pc:sldChg chg="addSp delSp modSp add">
        <pc:chgData name="Tymiński Paweł 2 (STUD)" userId="b946d374-49c9-4179-8a33-ee0ff5854e96" providerId="ADAL" clId="{6B65F1B2-1EAD-4113-9569-0533B7A63DBC}" dt="2020-02-18T15:22:56.821" v="188" actId="14100"/>
        <pc:sldMkLst>
          <pc:docMk/>
          <pc:sldMk cId="2064958367" sldId="297"/>
        </pc:sldMkLst>
        <pc:spChg chg="mod">
          <ac:chgData name="Tymiński Paweł 2 (STUD)" userId="b946d374-49c9-4179-8a33-ee0ff5854e96" providerId="ADAL" clId="{6B65F1B2-1EAD-4113-9569-0533B7A63DBC}" dt="2020-02-18T15:22:04.268" v="175" actId="20577"/>
          <ac:spMkLst>
            <pc:docMk/>
            <pc:sldMk cId="2064958367" sldId="297"/>
            <ac:spMk id="2" creationId="{3832815B-0494-4DCD-952D-2A0F86FD4322}"/>
          </ac:spMkLst>
        </pc:spChg>
        <pc:spChg chg="del">
          <ac:chgData name="Tymiński Paweł 2 (STUD)" userId="b946d374-49c9-4179-8a33-ee0ff5854e96" providerId="ADAL" clId="{6B65F1B2-1EAD-4113-9569-0533B7A63DBC}" dt="2020-02-18T15:21:52.972" v="156"/>
          <ac:spMkLst>
            <pc:docMk/>
            <pc:sldMk cId="2064958367" sldId="297"/>
            <ac:spMk id="3" creationId="{7EE0A600-0C29-4D1B-8CB5-69345F4D968D}"/>
          </ac:spMkLst>
        </pc:spChg>
        <pc:picChg chg="add mod">
          <ac:chgData name="Tymiński Paweł 2 (STUD)" userId="b946d374-49c9-4179-8a33-ee0ff5854e96" providerId="ADAL" clId="{6B65F1B2-1EAD-4113-9569-0533B7A63DBC}" dt="2020-02-18T15:22:56.821" v="188" actId="14100"/>
          <ac:picMkLst>
            <pc:docMk/>
            <pc:sldMk cId="2064958367" sldId="297"/>
            <ac:picMk id="5" creationId="{58208811-7615-4E9A-85DC-C51CD6610689}"/>
          </ac:picMkLst>
        </pc:picChg>
        <pc:picChg chg="add mod">
          <ac:chgData name="Tymiński Paweł 2 (STUD)" userId="b946d374-49c9-4179-8a33-ee0ff5854e96" providerId="ADAL" clId="{6B65F1B2-1EAD-4113-9569-0533B7A63DBC}" dt="2020-02-18T15:22:31.427" v="183" actId="14100"/>
          <ac:picMkLst>
            <pc:docMk/>
            <pc:sldMk cId="2064958367" sldId="297"/>
            <ac:picMk id="7" creationId="{67B0FE80-D5F4-4826-AA3E-AA6E83CDBC9D}"/>
          </ac:picMkLst>
        </pc:picChg>
        <pc:picChg chg="add mod">
          <ac:chgData name="Tymiński Paweł 2 (STUD)" userId="b946d374-49c9-4179-8a33-ee0ff5854e96" providerId="ADAL" clId="{6B65F1B2-1EAD-4113-9569-0533B7A63DBC}" dt="2020-02-18T15:22:21.490" v="180" actId="14100"/>
          <ac:picMkLst>
            <pc:docMk/>
            <pc:sldMk cId="2064958367" sldId="297"/>
            <ac:picMk id="9" creationId="{F43EA436-B077-4384-BE4D-656478B74F2E}"/>
          </ac:picMkLst>
        </pc:picChg>
        <pc:picChg chg="add mod">
          <ac:chgData name="Tymiński Paweł 2 (STUD)" userId="b946d374-49c9-4179-8a33-ee0ff5854e96" providerId="ADAL" clId="{6B65F1B2-1EAD-4113-9569-0533B7A63DBC}" dt="2020-02-18T15:22:14.661" v="178" actId="14100"/>
          <ac:picMkLst>
            <pc:docMk/>
            <pc:sldMk cId="2064958367" sldId="297"/>
            <ac:picMk id="11" creationId="{7A99E233-5499-45AD-81C0-15BAB90CCFBB}"/>
          </ac:picMkLst>
        </pc:picChg>
      </pc:sldChg>
      <pc:sldChg chg="modSp add del">
        <pc:chgData name="Tymiński Paweł 2 (STUD)" userId="b946d374-49c9-4179-8a33-ee0ff5854e96" providerId="ADAL" clId="{6B65F1B2-1EAD-4113-9569-0533B7A63DBC}" dt="2020-02-18T15:26:18.201" v="253" actId="2696"/>
        <pc:sldMkLst>
          <pc:docMk/>
          <pc:sldMk cId="82724136" sldId="298"/>
        </pc:sldMkLst>
        <pc:spChg chg="mod">
          <ac:chgData name="Tymiński Paweł 2 (STUD)" userId="b946d374-49c9-4179-8a33-ee0ff5854e96" providerId="ADAL" clId="{6B65F1B2-1EAD-4113-9569-0533B7A63DBC}" dt="2020-02-18T15:24:32.902" v="201" actId="20577"/>
          <ac:spMkLst>
            <pc:docMk/>
            <pc:sldMk cId="82724136" sldId="298"/>
            <ac:spMk id="2" creationId="{E8BF4AD4-FF64-4F7F-92F6-28D7F84A6E9F}"/>
          </ac:spMkLst>
        </pc:spChg>
      </pc:sldChg>
      <pc:sldChg chg="add del">
        <pc:chgData name="Tymiński Paweł 2 (STUD)" userId="b946d374-49c9-4179-8a33-ee0ff5854e96" providerId="ADAL" clId="{6B65F1B2-1EAD-4113-9569-0533B7A63DBC}" dt="2020-02-18T15:24:48.599" v="203"/>
        <pc:sldMkLst>
          <pc:docMk/>
          <pc:sldMk cId="3763748671" sldId="299"/>
        </pc:sldMkLst>
      </pc:sldChg>
    </pc:docChg>
  </pc:docChgLst>
  <pc:docChgLst>
    <pc:chgData name="Tymiński Paweł 2 (STUD)" userId="b946d374-49c9-4179-8a33-ee0ff5854e96" providerId="ADAL" clId="{9F94FD34-AEC1-4B2C-9617-479D9C11EC93}"/>
    <pc:docChg chg="undo custSel addSld delSld modSld sldOrd">
      <pc:chgData name="Tymiński Paweł 2 (STUD)" userId="b946d374-49c9-4179-8a33-ee0ff5854e96" providerId="ADAL" clId="{9F94FD34-AEC1-4B2C-9617-479D9C11EC93}" dt="2020-03-04T17:22:45.783" v="1901" actId="20577"/>
      <pc:docMkLst>
        <pc:docMk/>
      </pc:docMkLst>
      <pc:sldChg chg="modSp mod">
        <pc:chgData name="Tymiński Paweł 2 (STUD)" userId="b946d374-49c9-4179-8a33-ee0ff5854e96" providerId="ADAL" clId="{9F94FD34-AEC1-4B2C-9617-479D9C11EC93}" dt="2020-03-04T14:46:07.704" v="1572"/>
        <pc:sldMkLst>
          <pc:docMk/>
          <pc:sldMk cId="62742232" sldId="256"/>
        </pc:sldMkLst>
        <pc:spChg chg="mod">
          <ac:chgData name="Tymiński Paweł 2 (STUD)" userId="b946d374-49c9-4179-8a33-ee0ff5854e96" providerId="ADAL" clId="{9F94FD34-AEC1-4B2C-9617-479D9C11EC93}" dt="2020-03-04T14:46:07.704" v="1572"/>
          <ac:spMkLst>
            <pc:docMk/>
            <pc:sldMk cId="62742232" sldId="256"/>
            <ac:spMk id="3" creationId="{9496CC81-8552-448C-ABDA-4F7E346E0C8F}"/>
          </ac:spMkLst>
        </pc:spChg>
      </pc:sldChg>
      <pc:sldChg chg="modSp mod">
        <pc:chgData name="Tymiński Paweł 2 (STUD)" userId="b946d374-49c9-4179-8a33-ee0ff5854e96" providerId="ADAL" clId="{9F94FD34-AEC1-4B2C-9617-479D9C11EC93}" dt="2020-02-16T16:26:04.738" v="363" actId="20577"/>
        <pc:sldMkLst>
          <pc:docMk/>
          <pc:sldMk cId="3806555233" sldId="257"/>
        </pc:sldMkLst>
        <pc:spChg chg="mod">
          <ac:chgData name="Tymiński Paweł 2 (STUD)" userId="b946d374-49c9-4179-8a33-ee0ff5854e96" providerId="ADAL" clId="{9F94FD34-AEC1-4B2C-9617-479D9C11EC93}" dt="2020-02-16T16:26:04.738" v="363" actId="20577"/>
          <ac:spMkLst>
            <pc:docMk/>
            <pc:sldMk cId="3806555233" sldId="257"/>
            <ac:spMk id="3" creationId="{115FFC5D-F2C9-4286-ADDE-46482BD21CA0}"/>
          </ac:spMkLst>
        </pc:spChg>
      </pc:sldChg>
      <pc:sldChg chg="modSp mod">
        <pc:chgData name="Tymiński Paweł 2 (STUD)" userId="b946d374-49c9-4179-8a33-ee0ff5854e96" providerId="ADAL" clId="{9F94FD34-AEC1-4B2C-9617-479D9C11EC93}" dt="2020-03-04T14:57:40.150" v="1581" actId="1076"/>
        <pc:sldMkLst>
          <pc:docMk/>
          <pc:sldMk cId="1706221555" sldId="258"/>
        </pc:sldMkLst>
        <pc:spChg chg="mod">
          <ac:chgData name="Tymiński Paweł 2 (STUD)" userId="b946d374-49c9-4179-8a33-ee0ff5854e96" providerId="ADAL" clId="{9F94FD34-AEC1-4B2C-9617-479D9C11EC93}" dt="2020-02-25T13:58:26.832" v="484" actId="255"/>
          <ac:spMkLst>
            <pc:docMk/>
            <pc:sldMk cId="1706221555" sldId="258"/>
            <ac:spMk id="9" creationId="{53346522-2765-4B29-8CCB-E92FE396029C}"/>
          </ac:spMkLst>
        </pc:spChg>
        <pc:picChg chg="mod modCrop">
          <ac:chgData name="Tymiński Paweł 2 (STUD)" userId="b946d374-49c9-4179-8a33-ee0ff5854e96" providerId="ADAL" clId="{9F94FD34-AEC1-4B2C-9617-479D9C11EC93}" dt="2020-03-04T14:57:40.150" v="1581" actId="1076"/>
          <ac:picMkLst>
            <pc:docMk/>
            <pc:sldMk cId="1706221555" sldId="258"/>
            <ac:picMk id="13" creationId="{4966CFF1-ECCB-4B9B-B06A-E22A65178F17}"/>
          </ac:picMkLst>
        </pc:picChg>
      </pc:sldChg>
      <pc:sldChg chg="addSp modSp mod modAnim">
        <pc:chgData name="Tymiński Paweł 2 (STUD)" userId="b946d374-49c9-4179-8a33-ee0ff5854e96" providerId="ADAL" clId="{9F94FD34-AEC1-4B2C-9617-479D9C11EC93}" dt="2020-03-04T10:16:07.706" v="1563" actId="14100"/>
        <pc:sldMkLst>
          <pc:docMk/>
          <pc:sldMk cId="3440628185" sldId="259"/>
        </pc:sldMkLst>
        <pc:picChg chg="mod">
          <ac:chgData name="Tymiński Paweł 2 (STUD)" userId="b946d374-49c9-4179-8a33-ee0ff5854e96" providerId="ADAL" clId="{9F94FD34-AEC1-4B2C-9617-479D9C11EC93}" dt="2020-03-04T10:15:49.999" v="1561" actId="1076"/>
          <ac:picMkLst>
            <pc:docMk/>
            <pc:sldMk cId="3440628185" sldId="259"/>
            <ac:picMk id="4" creationId="{44E72FE0-7485-4ECA-9CD8-ADFF6C8562E3}"/>
          </ac:picMkLst>
        </pc:picChg>
        <pc:picChg chg="add mod">
          <ac:chgData name="Tymiński Paweł 2 (STUD)" userId="b946d374-49c9-4179-8a33-ee0ff5854e96" providerId="ADAL" clId="{9F94FD34-AEC1-4B2C-9617-479D9C11EC93}" dt="2020-03-04T10:16:07.706" v="1563" actId="14100"/>
          <ac:picMkLst>
            <pc:docMk/>
            <pc:sldMk cId="3440628185" sldId="259"/>
            <ac:picMk id="5" creationId="{2EDF33A3-F861-4583-8D12-8396DC8ADDB2}"/>
          </ac:picMkLst>
        </pc:picChg>
      </pc:sldChg>
      <pc:sldChg chg="modSp mod">
        <pc:chgData name="Tymiński Paweł 2 (STUD)" userId="b946d374-49c9-4179-8a33-ee0ff5854e96" providerId="ADAL" clId="{9F94FD34-AEC1-4B2C-9617-479D9C11EC93}" dt="2020-03-02T16:59:52.741" v="1539" actId="1076"/>
        <pc:sldMkLst>
          <pc:docMk/>
          <pc:sldMk cId="2603440179" sldId="260"/>
        </pc:sldMkLst>
        <pc:spChg chg="mod">
          <ac:chgData name="Tymiński Paweł 2 (STUD)" userId="b946d374-49c9-4179-8a33-ee0ff5854e96" providerId="ADAL" clId="{9F94FD34-AEC1-4B2C-9617-479D9C11EC93}" dt="2020-02-25T14:42:55.438" v="1034" actId="207"/>
          <ac:spMkLst>
            <pc:docMk/>
            <pc:sldMk cId="2603440179" sldId="260"/>
            <ac:spMk id="3" creationId="{A2227B97-4659-43F2-9FE7-11721038F538}"/>
          </ac:spMkLst>
        </pc:spChg>
        <pc:picChg chg="mod">
          <ac:chgData name="Tymiński Paweł 2 (STUD)" userId="b946d374-49c9-4179-8a33-ee0ff5854e96" providerId="ADAL" clId="{9F94FD34-AEC1-4B2C-9617-479D9C11EC93}" dt="2020-03-02T16:59:52.741" v="1539" actId="1076"/>
          <ac:picMkLst>
            <pc:docMk/>
            <pc:sldMk cId="2603440179" sldId="260"/>
            <ac:picMk id="7" creationId="{08219DD3-D0CE-4548-9213-C9AF766E08DC}"/>
          </ac:picMkLst>
        </pc:picChg>
      </pc:sldChg>
      <pc:sldChg chg="delSp modSp mod">
        <pc:chgData name="Tymiński Paweł 2 (STUD)" userId="b946d374-49c9-4179-8a33-ee0ff5854e96" providerId="ADAL" clId="{9F94FD34-AEC1-4B2C-9617-479D9C11EC93}" dt="2020-02-16T15:15:07.197" v="155" actId="1076"/>
        <pc:sldMkLst>
          <pc:docMk/>
          <pc:sldMk cId="2775995321" sldId="261"/>
        </pc:sldMkLst>
        <pc:spChg chg="del">
          <ac:chgData name="Tymiński Paweł 2 (STUD)" userId="b946d374-49c9-4179-8a33-ee0ff5854e96" providerId="ADAL" clId="{9F94FD34-AEC1-4B2C-9617-479D9C11EC93}" dt="2020-02-16T15:15:01.845" v="153" actId="478"/>
          <ac:spMkLst>
            <pc:docMk/>
            <pc:sldMk cId="2775995321" sldId="261"/>
            <ac:spMk id="8" creationId="{47476714-F140-439A-A4CE-1831F6DD6371}"/>
          </ac:spMkLst>
        </pc:spChg>
        <pc:picChg chg="mod">
          <ac:chgData name="Tymiński Paweł 2 (STUD)" userId="b946d374-49c9-4179-8a33-ee0ff5854e96" providerId="ADAL" clId="{9F94FD34-AEC1-4B2C-9617-479D9C11EC93}" dt="2020-02-16T15:15:07.197" v="155" actId="1076"/>
          <ac:picMkLst>
            <pc:docMk/>
            <pc:sldMk cId="2775995321" sldId="261"/>
            <ac:picMk id="4" creationId="{248522CF-608A-4ECB-A7D6-46F988FE7808}"/>
          </ac:picMkLst>
        </pc:picChg>
        <pc:picChg chg="del">
          <ac:chgData name="Tymiński Paweł 2 (STUD)" userId="b946d374-49c9-4179-8a33-ee0ff5854e96" providerId="ADAL" clId="{9F94FD34-AEC1-4B2C-9617-479D9C11EC93}" dt="2020-02-16T15:14:56.909" v="151" actId="478"/>
          <ac:picMkLst>
            <pc:docMk/>
            <pc:sldMk cId="2775995321" sldId="261"/>
            <ac:picMk id="9" creationId="{9821F4A0-D4A8-4734-A8B7-A4D80931D0A9}"/>
          </ac:picMkLst>
        </pc:picChg>
      </pc:sldChg>
      <pc:sldChg chg="add del">
        <pc:chgData name="Tymiński Paweł 2 (STUD)" userId="b946d374-49c9-4179-8a33-ee0ff5854e96" providerId="ADAL" clId="{9F94FD34-AEC1-4B2C-9617-479D9C11EC93}" dt="2020-02-16T13:41:57.762" v="76" actId="47"/>
        <pc:sldMkLst>
          <pc:docMk/>
          <pc:sldMk cId="845327877" sldId="263"/>
        </pc:sldMkLst>
      </pc:sldChg>
      <pc:sldChg chg="del">
        <pc:chgData name="Tymiński Paweł 2 (STUD)" userId="b946d374-49c9-4179-8a33-ee0ff5854e96" providerId="ADAL" clId="{9F94FD34-AEC1-4B2C-9617-479D9C11EC93}" dt="2020-02-16T14:52:29.714" v="77" actId="47"/>
        <pc:sldMkLst>
          <pc:docMk/>
          <pc:sldMk cId="3399820126" sldId="271"/>
        </pc:sldMkLst>
      </pc:sldChg>
      <pc:sldChg chg="modSp">
        <pc:chgData name="Tymiński Paweł 2 (STUD)" userId="b946d374-49c9-4179-8a33-ee0ff5854e96" providerId="ADAL" clId="{9F94FD34-AEC1-4B2C-9617-479D9C11EC93}" dt="2020-03-02T14:39:04.583" v="1480" actId="207"/>
        <pc:sldMkLst>
          <pc:docMk/>
          <pc:sldMk cId="1463102212" sldId="272"/>
        </pc:sldMkLst>
        <pc:spChg chg="mod">
          <ac:chgData name="Tymiński Paweł 2 (STUD)" userId="b946d374-49c9-4179-8a33-ee0ff5854e96" providerId="ADAL" clId="{9F94FD34-AEC1-4B2C-9617-479D9C11EC93}" dt="2020-03-02T14:39:04.583" v="1480" actId="207"/>
          <ac:spMkLst>
            <pc:docMk/>
            <pc:sldMk cId="1463102212" sldId="272"/>
            <ac:spMk id="3" creationId="{AF014BC2-8085-4D2C-A9CB-E9C67FDC0EF4}"/>
          </ac:spMkLst>
        </pc:spChg>
      </pc:sldChg>
      <pc:sldChg chg="modSp mod modNotesTx">
        <pc:chgData name="Tymiński Paweł 2 (STUD)" userId="b946d374-49c9-4179-8a33-ee0ff5854e96" providerId="ADAL" clId="{9F94FD34-AEC1-4B2C-9617-479D9C11EC93}" dt="2020-03-04T17:12:12.672" v="1804" actId="20577"/>
        <pc:sldMkLst>
          <pc:docMk/>
          <pc:sldMk cId="518036708" sldId="276"/>
        </pc:sldMkLst>
        <pc:picChg chg="mod ord">
          <ac:chgData name="Tymiński Paweł 2 (STUD)" userId="b946d374-49c9-4179-8a33-ee0ff5854e96" providerId="ADAL" clId="{9F94FD34-AEC1-4B2C-9617-479D9C11EC93}" dt="2020-03-04T10:37:23.107" v="1568" actId="1076"/>
          <ac:picMkLst>
            <pc:docMk/>
            <pc:sldMk cId="518036708" sldId="276"/>
            <ac:picMk id="9" creationId="{4851447D-BC2C-48EC-AD5C-81A605293882}"/>
          </ac:picMkLst>
        </pc:picChg>
        <pc:picChg chg="mod">
          <ac:chgData name="Tymiński Paweł 2 (STUD)" userId="b946d374-49c9-4179-8a33-ee0ff5854e96" providerId="ADAL" clId="{9F94FD34-AEC1-4B2C-9617-479D9C11EC93}" dt="2020-03-03T21:31:04.825" v="1559" actId="1038"/>
          <ac:picMkLst>
            <pc:docMk/>
            <pc:sldMk cId="518036708" sldId="276"/>
            <ac:picMk id="10" creationId="{91CA08F8-32AC-4ABF-A06A-9C1CB2553849}"/>
          </ac:picMkLst>
        </pc:picChg>
        <pc:picChg chg="mod">
          <ac:chgData name="Tymiński Paweł 2 (STUD)" userId="b946d374-49c9-4179-8a33-ee0ff5854e96" providerId="ADAL" clId="{9F94FD34-AEC1-4B2C-9617-479D9C11EC93}" dt="2020-03-02T17:00:54.106" v="1541" actId="1038"/>
          <ac:picMkLst>
            <pc:docMk/>
            <pc:sldMk cId="518036708" sldId="276"/>
            <ac:picMk id="11" creationId="{21BC763C-DF1B-4BF5-8A64-3AF5E2E09E6C}"/>
          </ac:picMkLst>
        </pc:picChg>
      </pc:sldChg>
      <pc:sldChg chg="modSp mod">
        <pc:chgData name="Tymiński Paweł 2 (STUD)" userId="b946d374-49c9-4179-8a33-ee0ff5854e96" providerId="ADAL" clId="{9F94FD34-AEC1-4B2C-9617-479D9C11EC93}" dt="2020-03-02T17:03:32.698" v="1548" actId="20577"/>
        <pc:sldMkLst>
          <pc:docMk/>
          <pc:sldMk cId="3057650311" sldId="279"/>
        </pc:sldMkLst>
        <pc:spChg chg="mod">
          <ac:chgData name="Tymiński Paweł 2 (STUD)" userId="b946d374-49c9-4179-8a33-ee0ff5854e96" providerId="ADAL" clId="{9F94FD34-AEC1-4B2C-9617-479D9C11EC93}" dt="2020-03-02T17:03:32.698" v="1548" actId="20577"/>
          <ac:spMkLst>
            <pc:docMk/>
            <pc:sldMk cId="3057650311" sldId="279"/>
            <ac:spMk id="3" creationId="{78AF017A-BA95-47B9-AEAF-51232B11D8FE}"/>
          </ac:spMkLst>
        </pc:spChg>
      </pc:sldChg>
      <pc:sldChg chg="modSp mod">
        <pc:chgData name="Tymiński Paweł 2 (STUD)" userId="b946d374-49c9-4179-8a33-ee0ff5854e96" providerId="ADAL" clId="{9F94FD34-AEC1-4B2C-9617-479D9C11EC93}" dt="2020-03-04T14:46:07.704" v="1572"/>
        <pc:sldMkLst>
          <pc:docMk/>
          <pc:sldMk cId="3264788469" sldId="281"/>
        </pc:sldMkLst>
        <pc:spChg chg="mod">
          <ac:chgData name="Tymiński Paweł 2 (STUD)" userId="b946d374-49c9-4179-8a33-ee0ff5854e96" providerId="ADAL" clId="{9F94FD34-AEC1-4B2C-9617-479D9C11EC93}" dt="2020-03-04T14:46:07.704" v="1572"/>
          <ac:spMkLst>
            <pc:docMk/>
            <pc:sldMk cId="3264788469" sldId="281"/>
            <ac:spMk id="2" creationId="{E553D575-6F4A-4AD2-B26C-7F47BB8D3F25}"/>
          </ac:spMkLst>
        </pc:spChg>
        <pc:spChg chg="mod">
          <ac:chgData name="Tymiński Paweł 2 (STUD)" userId="b946d374-49c9-4179-8a33-ee0ff5854e96" providerId="ADAL" clId="{9F94FD34-AEC1-4B2C-9617-479D9C11EC93}" dt="2020-03-02T16:54:50.758" v="1496"/>
          <ac:spMkLst>
            <pc:docMk/>
            <pc:sldMk cId="3264788469" sldId="281"/>
            <ac:spMk id="3" creationId="{C82FF5B3-FD9C-4D7B-83DD-044D3375D69E}"/>
          </ac:spMkLst>
        </pc:spChg>
      </pc:sldChg>
      <pc:sldChg chg="modSp mod">
        <pc:chgData name="Tymiński Paweł 2 (STUD)" userId="b946d374-49c9-4179-8a33-ee0ff5854e96" providerId="ADAL" clId="{9F94FD34-AEC1-4B2C-9617-479D9C11EC93}" dt="2020-02-25T14:52:03.624" v="1126" actId="20577"/>
        <pc:sldMkLst>
          <pc:docMk/>
          <pc:sldMk cId="3272285275" sldId="283"/>
        </pc:sldMkLst>
        <pc:spChg chg="mod">
          <ac:chgData name="Tymiński Paweł 2 (STUD)" userId="b946d374-49c9-4179-8a33-ee0ff5854e96" providerId="ADAL" clId="{9F94FD34-AEC1-4B2C-9617-479D9C11EC93}" dt="2020-02-16T14:54:47.559" v="92" actId="20577"/>
          <ac:spMkLst>
            <pc:docMk/>
            <pc:sldMk cId="3272285275" sldId="283"/>
            <ac:spMk id="2" creationId="{D089891A-30A4-4968-AC94-77738974439C}"/>
          </ac:spMkLst>
        </pc:spChg>
        <pc:spChg chg="mod">
          <ac:chgData name="Tymiński Paweł 2 (STUD)" userId="b946d374-49c9-4179-8a33-ee0ff5854e96" providerId="ADAL" clId="{9F94FD34-AEC1-4B2C-9617-479D9C11EC93}" dt="2020-02-25T14:52:03.624" v="1126" actId="20577"/>
          <ac:spMkLst>
            <pc:docMk/>
            <pc:sldMk cId="3272285275" sldId="283"/>
            <ac:spMk id="3" creationId="{B2FB809F-3442-49AB-8FBE-88EB3F46CC0E}"/>
          </ac:spMkLst>
        </pc:spChg>
      </pc:sldChg>
      <pc:sldChg chg="modNotesTx">
        <pc:chgData name="Tymiński Paweł 2 (STUD)" userId="b946d374-49c9-4179-8a33-ee0ff5854e96" providerId="ADAL" clId="{9F94FD34-AEC1-4B2C-9617-479D9C11EC93}" dt="2020-03-04T17:09:02.577" v="1744" actId="20577"/>
        <pc:sldMkLst>
          <pc:docMk/>
          <pc:sldMk cId="4225358714" sldId="284"/>
        </pc:sldMkLst>
      </pc:sldChg>
      <pc:sldChg chg="modSp add del mod">
        <pc:chgData name="Tymiński Paweł 2 (STUD)" userId="b946d374-49c9-4179-8a33-ee0ff5854e96" providerId="ADAL" clId="{9F94FD34-AEC1-4B2C-9617-479D9C11EC93}" dt="2020-02-25T14:36:47.687" v="995" actId="47"/>
        <pc:sldMkLst>
          <pc:docMk/>
          <pc:sldMk cId="1184140980" sldId="285"/>
        </pc:sldMkLst>
        <pc:picChg chg="mod">
          <ac:chgData name="Tymiński Paweł 2 (STUD)" userId="b946d374-49c9-4179-8a33-ee0ff5854e96" providerId="ADAL" clId="{9F94FD34-AEC1-4B2C-9617-479D9C11EC93}" dt="2020-02-16T16:24:41.233" v="343" actId="1036"/>
          <ac:picMkLst>
            <pc:docMk/>
            <pc:sldMk cId="1184140980" sldId="285"/>
            <ac:picMk id="4" creationId="{D854C002-13D9-4D03-9DD6-9697E89D1E1D}"/>
          </ac:picMkLst>
        </pc:picChg>
      </pc:sldChg>
      <pc:sldChg chg="addSp modSp del mod">
        <pc:chgData name="Tymiński Paweł 2 (STUD)" userId="b946d374-49c9-4179-8a33-ee0ff5854e96" providerId="ADAL" clId="{9F94FD34-AEC1-4B2C-9617-479D9C11EC93}" dt="2020-02-25T14:32:16.622" v="979" actId="47"/>
        <pc:sldMkLst>
          <pc:docMk/>
          <pc:sldMk cId="2723578883" sldId="286"/>
        </pc:sldMkLst>
        <pc:spChg chg="mod">
          <ac:chgData name="Tymiński Paweł 2 (STUD)" userId="b946d374-49c9-4179-8a33-ee0ff5854e96" providerId="ADAL" clId="{9F94FD34-AEC1-4B2C-9617-479D9C11EC93}" dt="2020-02-17T17:25:20.934" v="372" actId="1076"/>
          <ac:spMkLst>
            <pc:docMk/>
            <pc:sldMk cId="2723578883" sldId="286"/>
            <ac:spMk id="2" creationId="{D2AB8E51-26B1-4480-A762-320D762F8723}"/>
          </ac:spMkLst>
        </pc:spChg>
        <pc:picChg chg="add mod">
          <ac:chgData name="Tymiński Paweł 2 (STUD)" userId="b946d374-49c9-4179-8a33-ee0ff5854e96" providerId="ADAL" clId="{9F94FD34-AEC1-4B2C-9617-479D9C11EC93}" dt="2020-02-16T15:11:36.723" v="150" actId="14100"/>
          <ac:picMkLst>
            <pc:docMk/>
            <pc:sldMk cId="2723578883" sldId="286"/>
            <ac:picMk id="5" creationId="{52452A5B-6143-45BC-863C-F75186C57289}"/>
          </ac:picMkLst>
        </pc:picChg>
      </pc:sldChg>
      <pc:sldChg chg="add del">
        <pc:chgData name="Tymiński Paweł 2 (STUD)" userId="b946d374-49c9-4179-8a33-ee0ff5854e96" providerId="ADAL" clId="{9F94FD34-AEC1-4B2C-9617-479D9C11EC93}" dt="2020-02-16T15:01:33.993" v="94" actId="47"/>
        <pc:sldMkLst>
          <pc:docMk/>
          <pc:sldMk cId="61650826" sldId="287"/>
        </pc:sldMkLst>
      </pc:sldChg>
      <pc:sldChg chg="del">
        <pc:chgData name="Tymiński Paweł 2 (STUD)" userId="b946d374-49c9-4179-8a33-ee0ff5854e96" providerId="ADAL" clId="{9F94FD34-AEC1-4B2C-9617-479D9C11EC93}" dt="2020-02-16T14:52:51.367" v="80" actId="47"/>
        <pc:sldMkLst>
          <pc:docMk/>
          <pc:sldMk cId="3542303987" sldId="287"/>
        </pc:sldMkLst>
      </pc:sldChg>
      <pc:sldChg chg="addSp delSp modSp add del mod">
        <pc:chgData name="Tymiński Paweł 2 (STUD)" userId="b946d374-49c9-4179-8a33-ee0ff5854e96" providerId="ADAL" clId="{9F94FD34-AEC1-4B2C-9617-479D9C11EC93}" dt="2020-02-25T14:36:00.810" v="990" actId="47"/>
        <pc:sldMkLst>
          <pc:docMk/>
          <pc:sldMk cId="4172008320" sldId="287"/>
        </pc:sldMkLst>
        <pc:spChg chg="mod">
          <ac:chgData name="Tymiński Paweł 2 (STUD)" userId="b946d374-49c9-4179-8a33-ee0ff5854e96" providerId="ADAL" clId="{9F94FD34-AEC1-4B2C-9617-479D9C11EC93}" dt="2020-02-16T15:07:23.630" v="142" actId="20577"/>
          <ac:spMkLst>
            <pc:docMk/>
            <pc:sldMk cId="4172008320" sldId="287"/>
            <ac:spMk id="2" creationId="{BAF5A246-BBCB-4D93-9C99-8FC87E9BD543}"/>
          </ac:spMkLst>
        </pc:spChg>
        <pc:picChg chg="add del">
          <ac:chgData name="Tymiński Paweł 2 (STUD)" userId="b946d374-49c9-4179-8a33-ee0ff5854e96" providerId="ADAL" clId="{9F94FD34-AEC1-4B2C-9617-479D9C11EC93}" dt="2020-02-16T15:02:14.824" v="99" actId="478"/>
          <ac:picMkLst>
            <pc:docMk/>
            <pc:sldMk cId="4172008320" sldId="287"/>
            <ac:picMk id="3" creationId="{CA97D541-4987-4356-83FD-03F1EE283EF9}"/>
          </ac:picMkLst>
        </pc:picChg>
        <pc:picChg chg="add del">
          <ac:chgData name="Tymiński Paweł 2 (STUD)" userId="b946d374-49c9-4179-8a33-ee0ff5854e96" providerId="ADAL" clId="{9F94FD34-AEC1-4B2C-9617-479D9C11EC93}" dt="2020-02-16T15:02:13.686" v="98" actId="478"/>
          <ac:picMkLst>
            <pc:docMk/>
            <pc:sldMk cId="4172008320" sldId="287"/>
            <ac:picMk id="4" creationId="{02D433F6-0507-422F-8365-4EF12090C323}"/>
          </ac:picMkLst>
        </pc:picChg>
        <pc:picChg chg="add del mod">
          <ac:chgData name="Tymiński Paweł 2 (STUD)" userId="b946d374-49c9-4179-8a33-ee0ff5854e96" providerId="ADAL" clId="{9F94FD34-AEC1-4B2C-9617-479D9C11EC93}" dt="2020-02-16T15:06:23.678" v="120" actId="478"/>
          <ac:picMkLst>
            <pc:docMk/>
            <pc:sldMk cId="4172008320" sldId="287"/>
            <ac:picMk id="5" creationId="{DE6D2984-6A66-41F1-B07D-A4E1BD05E6E6}"/>
          </ac:picMkLst>
        </pc:picChg>
        <pc:picChg chg="add mod">
          <ac:chgData name="Tymiński Paweł 2 (STUD)" userId="b946d374-49c9-4179-8a33-ee0ff5854e96" providerId="ADAL" clId="{9F94FD34-AEC1-4B2C-9617-479D9C11EC93}" dt="2020-02-16T16:24:15.580" v="335" actId="1076"/>
          <ac:picMkLst>
            <pc:docMk/>
            <pc:sldMk cId="4172008320" sldId="287"/>
            <ac:picMk id="6" creationId="{86A08D4D-D1CE-4684-AECC-FDCC24BE0993}"/>
          </ac:picMkLst>
        </pc:picChg>
        <pc:picChg chg="add del mod">
          <ac:chgData name="Tymiński Paweł 2 (STUD)" userId="b946d374-49c9-4179-8a33-ee0ff5854e96" providerId="ADAL" clId="{9F94FD34-AEC1-4B2C-9617-479D9C11EC93}" dt="2020-02-16T15:06:20.719" v="118" actId="478"/>
          <ac:picMkLst>
            <pc:docMk/>
            <pc:sldMk cId="4172008320" sldId="287"/>
            <ac:picMk id="7" creationId="{E8D0F5E3-39F4-49FF-BB3D-F00D6EB19AFB}"/>
          </ac:picMkLst>
        </pc:picChg>
        <pc:picChg chg="add mod">
          <ac:chgData name="Tymiński Paweł 2 (STUD)" userId="b946d374-49c9-4179-8a33-ee0ff5854e96" providerId="ADAL" clId="{9F94FD34-AEC1-4B2C-9617-479D9C11EC93}" dt="2020-02-16T15:08:32.406" v="144" actId="1076"/>
          <ac:picMkLst>
            <pc:docMk/>
            <pc:sldMk cId="4172008320" sldId="287"/>
            <ac:picMk id="8" creationId="{253F095D-474C-4D4B-B9D0-8801765EA226}"/>
          </ac:picMkLst>
        </pc:picChg>
        <pc:picChg chg="add mod">
          <ac:chgData name="Tymiński Paweł 2 (STUD)" userId="b946d374-49c9-4179-8a33-ee0ff5854e96" providerId="ADAL" clId="{9F94FD34-AEC1-4B2C-9617-479D9C11EC93}" dt="2020-02-16T16:24:18.601" v="336" actId="1076"/>
          <ac:picMkLst>
            <pc:docMk/>
            <pc:sldMk cId="4172008320" sldId="287"/>
            <ac:picMk id="9" creationId="{A35AC53C-D0B7-44D3-8428-DD3FA15B360E}"/>
          </ac:picMkLst>
        </pc:picChg>
        <pc:picChg chg="add mod">
          <ac:chgData name="Tymiński Paweł 2 (STUD)" userId="b946d374-49c9-4179-8a33-ee0ff5854e96" providerId="ADAL" clId="{9F94FD34-AEC1-4B2C-9617-479D9C11EC93}" dt="2020-02-16T16:24:20.977" v="337" actId="1076"/>
          <ac:picMkLst>
            <pc:docMk/>
            <pc:sldMk cId="4172008320" sldId="287"/>
            <ac:picMk id="10" creationId="{13661B39-3D4C-44AB-9E4A-D2F8EDC17D01}"/>
          </ac:picMkLst>
        </pc:picChg>
        <pc:picChg chg="add mod">
          <ac:chgData name="Tymiński Paweł 2 (STUD)" userId="b946d374-49c9-4179-8a33-ee0ff5854e96" providerId="ADAL" clId="{9F94FD34-AEC1-4B2C-9617-479D9C11EC93}" dt="2020-02-16T16:24:25.131" v="338" actId="1076"/>
          <ac:picMkLst>
            <pc:docMk/>
            <pc:sldMk cId="4172008320" sldId="287"/>
            <ac:picMk id="11" creationId="{FA5AAE72-D3E5-471D-9E3E-48FD9D1E8830}"/>
          </ac:picMkLst>
        </pc:picChg>
      </pc:sldChg>
      <pc:sldChg chg="addSp delSp modSp add mod">
        <pc:chgData name="Tymiński Paweł 2 (STUD)" userId="b946d374-49c9-4179-8a33-ee0ff5854e96" providerId="ADAL" clId="{9F94FD34-AEC1-4B2C-9617-479D9C11EC93}" dt="2020-03-02T16:54:57.855" v="1497"/>
        <pc:sldMkLst>
          <pc:docMk/>
          <pc:sldMk cId="114141374" sldId="288"/>
        </pc:sldMkLst>
        <pc:spChg chg="mod">
          <ac:chgData name="Tymiński Paweł 2 (STUD)" userId="b946d374-49c9-4179-8a33-ee0ff5854e96" providerId="ADAL" clId="{9F94FD34-AEC1-4B2C-9617-479D9C11EC93}" dt="2020-03-02T16:54:57.855" v="1497"/>
          <ac:spMkLst>
            <pc:docMk/>
            <pc:sldMk cId="114141374" sldId="288"/>
            <ac:spMk id="2" creationId="{0E3D44C7-303D-4E2D-B09A-CFFA627E18D3}"/>
          </ac:spMkLst>
        </pc:spChg>
        <pc:spChg chg="del">
          <ac:chgData name="Tymiński Paweł 2 (STUD)" userId="b946d374-49c9-4179-8a33-ee0ff5854e96" providerId="ADAL" clId="{9F94FD34-AEC1-4B2C-9617-479D9C11EC93}" dt="2020-02-16T16:09:30.273" v="258"/>
          <ac:spMkLst>
            <pc:docMk/>
            <pc:sldMk cId="114141374" sldId="288"/>
            <ac:spMk id="3" creationId="{E5D5646C-B741-4495-A981-4446F90BC2CE}"/>
          </ac:spMkLst>
        </pc:spChg>
        <pc:spChg chg="add mod">
          <ac:chgData name="Tymiński Paweł 2 (STUD)" userId="b946d374-49c9-4179-8a33-ee0ff5854e96" providerId="ADAL" clId="{9F94FD34-AEC1-4B2C-9617-479D9C11EC93}" dt="2020-02-25T14:41:33.709" v="1018" actId="255"/>
          <ac:spMkLst>
            <pc:docMk/>
            <pc:sldMk cId="114141374" sldId="288"/>
            <ac:spMk id="5" creationId="{BB2BF129-FC27-4127-933D-FF2561BB46F0}"/>
          </ac:spMkLst>
        </pc:spChg>
        <pc:picChg chg="mod">
          <ac:chgData name="Tymiński Paweł 2 (STUD)" userId="b946d374-49c9-4179-8a33-ee0ff5854e96" providerId="ADAL" clId="{9F94FD34-AEC1-4B2C-9617-479D9C11EC93}" dt="2020-02-25T14:41:40.344" v="1020" actId="1076"/>
          <ac:picMkLst>
            <pc:docMk/>
            <pc:sldMk cId="114141374" sldId="288"/>
            <ac:picMk id="3" creationId="{4F2E2138-A372-45EB-9E8F-BCAE0CD4FEAB}"/>
          </ac:picMkLst>
        </pc:picChg>
        <pc:picChg chg="add mod">
          <ac:chgData name="Tymiński Paweł 2 (STUD)" userId="b946d374-49c9-4179-8a33-ee0ff5854e96" providerId="ADAL" clId="{9F94FD34-AEC1-4B2C-9617-479D9C11EC93}" dt="2020-02-25T14:41:47.160" v="1023" actId="1076"/>
          <ac:picMkLst>
            <pc:docMk/>
            <pc:sldMk cId="114141374" sldId="288"/>
            <ac:picMk id="4" creationId="{F90FE961-C405-4599-B53C-3AF7AB7A5121}"/>
          </ac:picMkLst>
        </pc:picChg>
      </pc:sldChg>
      <pc:sldChg chg="addSp modSp add mod">
        <pc:chgData name="Tymiński Paweł 2 (STUD)" userId="b946d374-49c9-4179-8a33-ee0ff5854e96" providerId="ADAL" clId="{9F94FD34-AEC1-4B2C-9617-479D9C11EC93}" dt="2020-03-02T17:00:24.252" v="1540" actId="732"/>
        <pc:sldMkLst>
          <pc:docMk/>
          <pc:sldMk cId="983935090" sldId="289"/>
        </pc:sldMkLst>
        <pc:spChg chg="mod">
          <ac:chgData name="Tymiński Paweł 2 (STUD)" userId="b946d374-49c9-4179-8a33-ee0ff5854e96" providerId="ADAL" clId="{9F94FD34-AEC1-4B2C-9617-479D9C11EC93}" dt="2020-03-02T14:38:20.145" v="1477"/>
          <ac:spMkLst>
            <pc:docMk/>
            <pc:sldMk cId="983935090" sldId="289"/>
            <ac:spMk id="2" creationId="{0E3D44C7-303D-4E2D-B09A-CFFA627E18D3}"/>
          </ac:spMkLst>
        </pc:spChg>
        <pc:graphicFrameChg chg="modGraphic">
          <ac:chgData name="Tymiński Paweł 2 (STUD)" userId="b946d374-49c9-4179-8a33-ee0ff5854e96" providerId="ADAL" clId="{9F94FD34-AEC1-4B2C-9617-479D9C11EC93}" dt="2020-02-25T14:42:03.551" v="1027" actId="255"/>
          <ac:graphicFrameMkLst>
            <pc:docMk/>
            <pc:sldMk cId="983935090" sldId="289"/>
            <ac:graphicFrameMk id="7" creationId="{46D88FC8-A076-4B32-8BAB-DB8C1FC83C8D}"/>
          </ac:graphicFrameMkLst>
        </pc:graphicFrameChg>
        <pc:picChg chg="add mod">
          <ac:chgData name="Tymiński Paweł 2 (STUD)" userId="b946d374-49c9-4179-8a33-ee0ff5854e96" providerId="ADAL" clId="{9F94FD34-AEC1-4B2C-9617-479D9C11EC93}" dt="2020-02-25T14:41:58.992" v="1026" actId="1076"/>
          <ac:picMkLst>
            <pc:docMk/>
            <pc:sldMk cId="983935090" sldId="289"/>
            <ac:picMk id="4" creationId="{69339691-4C64-49DB-BFBF-E0CF3148F785}"/>
          </ac:picMkLst>
        </pc:picChg>
        <pc:picChg chg="add mod modCrop">
          <ac:chgData name="Tymiński Paweł 2 (STUD)" userId="b946d374-49c9-4179-8a33-ee0ff5854e96" providerId="ADAL" clId="{9F94FD34-AEC1-4B2C-9617-479D9C11EC93}" dt="2020-03-02T17:00:24.252" v="1540" actId="732"/>
          <ac:picMkLst>
            <pc:docMk/>
            <pc:sldMk cId="983935090" sldId="289"/>
            <ac:picMk id="5" creationId="{4A9932B1-C622-4880-8CEA-D46484CFC493}"/>
          </ac:picMkLst>
        </pc:picChg>
        <pc:picChg chg="add mod">
          <ac:chgData name="Tymiński Paweł 2 (STUD)" userId="b946d374-49c9-4179-8a33-ee0ff5854e96" providerId="ADAL" clId="{9F94FD34-AEC1-4B2C-9617-479D9C11EC93}" dt="2020-02-25T14:42:08.520" v="1028" actId="1076"/>
          <ac:picMkLst>
            <pc:docMk/>
            <pc:sldMk cId="983935090" sldId="289"/>
            <ac:picMk id="6" creationId="{BAA20499-F0AF-4670-98A5-A216A2521B92}"/>
          </ac:picMkLst>
        </pc:picChg>
      </pc:sldChg>
      <pc:sldChg chg="modSp add mod">
        <pc:chgData name="Tymiński Paweł 2 (STUD)" userId="b946d374-49c9-4179-8a33-ee0ff5854e96" providerId="ADAL" clId="{9F94FD34-AEC1-4B2C-9617-479D9C11EC93}" dt="2020-03-02T14:38:14.266" v="1476"/>
        <pc:sldMkLst>
          <pc:docMk/>
          <pc:sldMk cId="3756882276" sldId="290"/>
        </pc:sldMkLst>
        <pc:spChg chg="mod">
          <ac:chgData name="Tymiński Paweł 2 (STUD)" userId="b946d374-49c9-4179-8a33-ee0ff5854e96" providerId="ADAL" clId="{9F94FD34-AEC1-4B2C-9617-479D9C11EC93}" dt="2020-03-02T14:38:14.266" v="1476"/>
          <ac:spMkLst>
            <pc:docMk/>
            <pc:sldMk cId="3756882276" sldId="290"/>
            <ac:spMk id="2" creationId="{0E3D44C7-303D-4E2D-B09A-CFFA627E18D3}"/>
          </ac:spMkLst>
        </pc:spChg>
        <pc:graphicFrameChg chg="modGraphic">
          <ac:chgData name="Tymiński Paweł 2 (STUD)" userId="b946d374-49c9-4179-8a33-ee0ff5854e96" providerId="ADAL" clId="{9F94FD34-AEC1-4B2C-9617-479D9C11EC93}" dt="2020-02-25T14:42:27.757" v="1030" actId="255"/>
          <ac:graphicFrameMkLst>
            <pc:docMk/>
            <pc:sldMk cId="3756882276" sldId="290"/>
            <ac:graphicFrameMk id="5" creationId="{A3FA5C3D-EA56-4F91-91D4-ED1FF94729A6}"/>
          </ac:graphicFrameMkLst>
        </pc:graphicFrameChg>
        <pc:picChg chg="mod">
          <ac:chgData name="Tymiński Paweł 2 (STUD)" userId="b946d374-49c9-4179-8a33-ee0ff5854e96" providerId="ADAL" clId="{9F94FD34-AEC1-4B2C-9617-479D9C11EC93}" dt="2020-02-25T14:17:52.444" v="599" actId="1076"/>
          <ac:picMkLst>
            <pc:docMk/>
            <pc:sldMk cId="3756882276" sldId="290"/>
            <ac:picMk id="6" creationId="{4916F850-DF19-4AE0-A6AE-AD28E2181B7A}"/>
          </ac:picMkLst>
        </pc:picChg>
      </pc:sldChg>
      <pc:sldChg chg="modSp add mod">
        <pc:chgData name="Tymiński Paweł 2 (STUD)" userId="b946d374-49c9-4179-8a33-ee0ff5854e96" providerId="ADAL" clId="{9F94FD34-AEC1-4B2C-9617-479D9C11EC93}" dt="2020-03-04T17:14:04.756" v="1815" actId="14100"/>
        <pc:sldMkLst>
          <pc:docMk/>
          <pc:sldMk cId="4100143367" sldId="291"/>
        </pc:sldMkLst>
        <pc:spChg chg="mod">
          <ac:chgData name="Tymiński Paweł 2 (STUD)" userId="b946d374-49c9-4179-8a33-ee0ff5854e96" providerId="ADAL" clId="{9F94FD34-AEC1-4B2C-9617-479D9C11EC93}" dt="2020-03-02T14:38:28.164" v="1478"/>
          <ac:spMkLst>
            <pc:docMk/>
            <pc:sldMk cId="4100143367" sldId="291"/>
            <ac:spMk id="2" creationId="{0E3D44C7-303D-4E2D-B09A-CFFA627E18D3}"/>
          </ac:spMkLst>
        </pc:spChg>
        <pc:picChg chg="mod">
          <ac:chgData name="Tymiński Paweł 2 (STUD)" userId="b946d374-49c9-4179-8a33-ee0ff5854e96" providerId="ADAL" clId="{9F94FD34-AEC1-4B2C-9617-479D9C11EC93}" dt="2020-03-04T17:14:04.756" v="1815" actId="14100"/>
          <ac:picMkLst>
            <pc:docMk/>
            <pc:sldMk cId="4100143367" sldId="291"/>
            <ac:picMk id="4" creationId="{370B9D63-BA25-4577-BEC4-4893E0EE2F6A}"/>
          </ac:picMkLst>
        </pc:picChg>
        <pc:picChg chg="mod">
          <ac:chgData name="Tymiński Paweł 2 (STUD)" userId="b946d374-49c9-4179-8a33-ee0ff5854e96" providerId="ADAL" clId="{9F94FD34-AEC1-4B2C-9617-479D9C11EC93}" dt="2020-03-04T17:13:58.743" v="1810" actId="14100"/>
          <ac:picMkLst>
            <pc:docMk/>
            <pc:sldMk cId="4100143367" sldId="291"/>
            <ac:picMk id="5" creationId="{8CC7B63A-A6A3-4A6D-AC1F-1742139622C5}"/>
          </ac:picMkLst>
        </pc:picChg>
      </pc:sldChg>
      <pc:sldChg chg="addSp delSp modSp add mod">
        <pc:chgData name="Tymiński Paweł 2 (STUD)" userId="b946d374-49c9-4179-8a33-ee0ff5854e96" providerId="ADAL" clId="{9F94FD34-AEC1-4B2C-9617-479D9C11EC93}" dt="2020-03-02T14:49:10.909" v="1481" actId="12385"/>
        <pc:sldMkLst>
          <pc:docMk/>
          <pc:sldMk cId="515611755" sldId="292"/>
        </pc:sldMkLst>
        <pc:graphicFrameChg chg="add mod modGraphic">
          <ac:chgData name="Tymiński Paweł 2 (STUD)" userId="b946d374-49c9-4179-8a33-ee0ff5854e96" providerId="ADAL" clId="{9F94FD34-AEC1-4B2C-9617-479D9C11EC93}" dt="2020-03-02T14:49:10.909" v="1481" actId="12385"/>
          <ac:graphicFrameMkLst>
            <pc:docMk/>
            <pc:sldMk cId="515611755" sldId="292"/>
            <ac:graphicFrameMk id="2" creationId="{40759A26-0366-4C03-945F-9A35FEDB15BD}"/>
          </ac:graphicFrameMkLst>
        </pc:graphicFrameChg>
        <pc:graphicFrameChg chg="add del mod modGraphic">
          <ac:chgData name="Tymiński Paweł 2 (STUD)" userId="b946d374-49c9-4179-8a33-ee0ff5854e96" providerId="ADAL" clId="{9F94FD34-AEC1-4B2C-9617-479D9C11EC93}" dt="2020-02-16T16:13:58.907" v="323"/>
          <ac:graphicFrameMkLst>
            <pc:docMk/>
            <pc:sldMk cId="515611755" sldId="292"/>
            <ac:graphicFrameMk id="2" creationId="{C82B08A2-612D-4BF7-BE64-15C15D5BCED2}"/>
          </ac:graphicFrameMkLst>
        </pc:graphicFrameChg>
      </pc:sldChg>
      <pc:sldChg chg="addSp delSp modSp add mod ord modNotesTx">
        <pc:chgData name="Tymiński Paweł 2 (STUD)" userId="b946d374-49c9-4179-8a33-ee0ff5854e96" providerId="ADAL" clId="{9F94FD34-AEC1-4B2C-9617-479D9C11EC93}" dt="2020-03-04T17:22:45.783" v="1901" actId="20577"/>
        <pc:sldMkLst>
          <pc:docMk/>
          <pc:sldMk cId="4185200354" sldId="293"/>
        </pc:sldMkLst>
        <pc:graphicFrameChg chg="add del">
          <ac:chgData name="Tymiński Paweł 2 (STUD)" userId="b946d374-49c9-4179-8a33-ee0ff5854e96" providerId="ADAL" clId="{9F94FD34-AEC1-4B2C-9617-479D9C11EC93}" dt="2020-02-16T16:13:35.260" v="318"/>
          <ac:graphicFrameMkLst>
            <pc:docMk/>
            <pc:sldMk cId="4185200354" sldId="293"/>
            <ac:graphicFrameMk id="2" creationId="{D71EF232-EAEA-4900-AFC7-34B27E41CE69}"/>
          </ac:graphicFrameMkLst>
        </pc:graphicFrameChg>
        <pc:graphicFrameChg chg="add mod modGraphic">
          <ac:chgData name="Tymiński Paweł 2 (STUD)" userId="b946d374-49c9-4179-8a33-ee0ff5854e96" providerId="ADAL" clId="{9F94FD34-AEC1-4B2C-9617-479D9C11EC93}" dt="2020-03-04T15:00:18.750" v="1584" actId="207"/>
          <ac:graphicFrameMkLst>
            <pc:docMk/>
            <pc:sldMk cId="4185200354" sldId="293"/>
            <ac:graphicFrameMk id="3" creationId="{3728985D-9B37-4A3E-B70B-2C00098E4DC8}"/>
          </ac:graphicFrameMkLst>
        </pc:graphicFrameChg>
        <pc:graphicFrameChg chg="add mod modGraphic">
          <ac:chgData name="Tymiński Paweł 2 (STUD)" userId="b946d374-49c9-4179-8a33-ee0ff5854e96" providerId="ADAL" clId="{9F94FD34-AEC1-4B2C-9617-479D9C11EC93}" dt="2020-03-04T10:20:23.287" v="1567" actId="113"/>
          <ac:graphicFrameMkLst>
            <pc:docMk/>
            <pc:sldMk cId="4185200354" sldId="293"/>
            <ac:graphicFrameMk id="4" creationId="{64FB34AD-AF11-48BD-A6AA-26FA7527062C}"/>
          </ac:graphicFrameMkLst>
        </pc:graphicFrameChg>
      </pc:sldChg>
      <pc:sldChg chg="addSp delSp modSp add mod modNotesTx">
        <pc:chgData name="Tymiński Paweł 2 (STUD)" userId="b946d374-49c9-4179-8a33-ee0ff5854e96" providerId="ADAL" clId="{9F94FD34-AEC1-4B2C-9617-479D9C11EC93}" dt="2020-03-04T17:15:02.784" v="1866" actId="20577"/>
        <pc:sldMkLst>
          <pc:docMk/>
          <pc:sldMk cId="1695739061" sldId="294"/>
        </pc:sldMkLst>
        <pc:spChg chg="mod">
          <ac:chgData name="Tymiński Paweł 2 (STUD)" userId="b946d374-49c9-4179-8a33-ee0ff5854e96" providerId="ADAL" clId="{9F94FD34-AEC1-4B2C-9617-479D9C11EC93}" dt="2020-02-25T14:43:11.319" v="1036" actId="1076"/>
          <ac:spMkLst>
            <pc:docMk/>
            <pc:sldMk cId="1695739061" sldId="294"/>
            <ac:spMk id="2" creationId="{BCA53AAA-7A73-49D8-86B5-F0FDE5BC44C2}"/>
          </ac:spMkLst>
        </pc:spChg>
        <pc:spChg chg="del">
          <ac:chgData name="Tymiński Paweł 2 (STUD)" userId="b946d374-49c9-4179-8a33-ee0ff5854e96" providerId="ADAL" clId="{9F94FD34-AEC1-4B2C-9617-479D9C11EC93}" dt="2020-02-17T18:42:47.524" v="376"/>
          <ac:spMkLst>
            <pc:docMk/>
            <pc:sldMk cId="1695739061" sldId="294"/>
            <ac:spMk id="3" creationId="{92BBD77D-E20B-4394-8D67-47381AF666B4}"/>
          </ac:spMkLst>
        </pc:spChg>
        <pc:picChg chg="add mod ord">
          <ac:chgData name="Tymiński Paweł 2 (STUD)" userId="b946d374-49c9-4179-8a33-ee0ff5854e96" providerId="ADAL" clId="{9F94FD34-AEC1-4B2C-9617-479D9C11EC93}" dt="2020-03-02T16:57:29.884" v="1528" actId="1076"/>
          <ac:picMkLst>
            <pc:docMk/>
            <pc:sldMk cId="1695739061" sldId="294"/>
            <ac:picMk id="5" creationId="{625049F6-5202-4A21-BE03-939214CD6B35}"/>
          </ac:picMkLst>
        </pc:picChg>
        <pc:picChg chg="add mod">
          <ac:chgData name="Tymiński Paweł 2 (STUD)" userId="b946d374-49c9-4179-8a33-ee0ff5854e96" providerId="ADAL" clId="{9F94FD34-AEC1-4B2C-9617-479D9C11EC93}" dt="2020-03-02T16:57:31.972" v="1529" actId="1076"/>
          <ac:picMkLst>
            <pc:docMk/>
            <pc:sldMk cId="1695739061" sldId="294"/>
            <ac:picMk id="7" creationId="{0D298DF7-3EF2-4A6F-930A-C54564113A04}"/>
          </ac:picMkLst>
        </pc:picChg>
        <pc:picChg chg="add del mod">
          <ac:chgData name="Tymiński Paweł 2 (STUD)" userId="b946d374-49c9-4179-8a33-ee0ff5854e96" providerId="ADAL" clId="{9F94FD34-AEC1-4B2C-9617-479D9C11EC93}" dt="2020-02-25T14:09:28.706" v="500"/>
          <ac:picMkLst>
            <pc:docMk/>
            <pc:sldMk cId="1695739061" sldId="294"/>
            <ac:picMk id="9" creationId="{E422AB11-8A83-4CB5-A6B6-2D0D77919D40}"/>
          </ac:picMkLst>
        </pc:picChg>
        <pc:picChg chg="add del mod">
          <ac:chgData name="Tymiński Paweł 2 (STUD)" userId="b946d374-49c9-4179-8a33-ee0ff5854e96" providerId="ADAL" clId="{9F94FD34-AEC1-4B2C-9617-479D9C11EC93}" dt="2020-02-25T14:09:22.253" v="497"/>
          <ac:picMkLst>
            <pc:docMk/>
            <pc:sldMk cId="1695739061" sldId="294"/>
            <ac:picMk id="11" creationId="{D9BDA51F-9C38-4D81-9C72-E15C4F5FF488}"/>
          </ac:picMkLst>
        </pc:picChg>
        <pc:picChg chg="add del mod">
          <ac:chgData name="Tymiński Paweł 2 (STUD)" userId="b946d374-49c9-4179-8a33-ee0ff5854e96" providerId="ADAL" clId="{9F94FD34-AEC1-4B2C-9617-479D9C11EC93}" dt="2020-02-25T14:09:28.706" v="500"/>
          <ac:picMkLst>
            <pc:docMk/>
            <pc:sldMk cId="1695739061" sldId="294"/>
            <ac:picMk id="13" creationId="{553C8C10-AAEC-4FF3-BEB7-C8B1019FF0DE}"/>
          </ac:picMkLst>
        </pc:picChg>
        <pc:picChg chg="add del mod">
          <ac:chgData name="Tymiński Paweł 2 (STUD)" userId="b946d374-49c9-4179-8a33-ee0ff5854e96" providerId="ADAL" clId="{9F94FD34-AEC1-4B2C-9617-479D9C11EC93}" dt="2020-02-25T14:09:22.253" v="497"/>
          <ac:picMkLst>
            <pc:docMk/>
            <pc:sldMk cId="1695739061" sldId="294"/>
            <ac:picMk id="15" creationId="{44C377DB-47CA-4D66-856F-C7755193B842}"/>
          </ac:picMkLst>
        </pc:picChg>
      </pc:sldChg>
      <pc:sldChg chg="add del">
        <pc:chgData name="Tymiński Paweł 2 (STUD)" userId="b946d374-49c9-4179-8a33-ee0ff5854e96" providerId="ADAL" clId="{9F94FD34-AEC1-4B2C-9617-479D9C11EC93}" dt="2020-02-17T18:41:43.133" v="374"/>
        <pc:sldMkLst>
          <pc:docMk/>
          <pc:sldMk cId="2412101435" sldId="294"/>
        </pc:sldMkLst>
      </pc:sldChg>
      <pc:sldChg chg="addSp delSp modSp add del mod ord">
        <pc:chgData name="Tymiński Paweł 2 (STUD)" userId="b946d374-49c9-4179-8a33-ee0ff5854e96" providerId="ADAL" clId="{9F94FD34-AEC1-4B2C-9617-479D9C11EC93}" dt="2020-02-25T14:50:47.334" v="1083" actId="47"/>
        <pc:sldMkLst>
          <pc:docMk/>
          <pc:sldMk cId="3859812201" sldId="295"/>
        </pc:sldMkLst>
        <pc:spChg chg="del">
          <ac:chgData name="Tymiński Paweł 2 (STUD)" userId="b946d374-49c9-4179-8a33-ee0ff5854e96" providerId="ADAL" clId="{9F94FD34-AEC1-4B2C-9617-479D9C11EC93}" dt="2020-02-25T14:36:52.830" v="996" actId="478"/>
          <ac:spMkLst>
            <pc:docMk/>
            <pc:sldMk cId="3859812201" sldId="295"/>
            <ac:spMk id="2" creationId="{23603F3F-2B9C-4F4C-8D2E-E14D0B000214}"/>
          </ac:spMkLst>
        </pc:spChg>
        <pc:spChg chg="del">
          <ac:chgData name="Tymiński Paweł 2 (STUD)" userId="b946d374-49c9-4179-8a33-ee0ff5854e96" providerId="ADAL" clId="{9F94FD34-AEC1-4B2C-9617-479D9C11EC93}" dt="2020-02-17T18:58:43.475" v="443"/>
          <ac:spMkLst>
            <pc:docMk/>
            <pc:sldMk cId="3859812201" sldId="295"/>
            <ac:spMk id="3" creationId="{9122AAF7-40A8-468E-A6EC-72D8C03AF87F}"/>
          </ac:spMkLst>
        </pc:spChg>
        <pc:spChg chg="add mod">
          <ac:chgData name="Tymiński Paweł 2 (STUD)" userId="b946d374-49c9-4179-8a33-ee0ff5854e96" providerId="ADAL" clId="{9F94FD34-AEC1-4B2C-9617-479D9C11EC93}" dt="2020-02-25T14:36:52.830" v="996" actId="478"/>
          <ac:spMkLst>
            <pc:docMk/>
            <pc:sldMk cId="3859812201" sldId="295"/>
            <ac:spMk id="4" creationId="{84A92609-4059-4653-A493-DD45182F6619}"/>
          </ac:spMkLst>
        </pc:spChg>
        <pc:picChg chg="add mod">
          <ac:chgData name="Tymiński Paweł 2 (STUD)" userId="b946d374-49c9-4179-8a33-ee0ff5854e96" providerId="ADAL" clId="{9F94FD34-AEC1-4B2C-9617-479D9C11EC93}" dt="2020-02-25T14:38:17.603" v="1000" actId="14100"/>
          <ac:picMkLst>
            <pc:docMk/>
            <pc:sldMk cId="3859812201" sldId="295"/>
            <ac:picMk id="5" creationId="{E2CB769E-923B-44D5-BA3F-B748D4179309}"/>
          </ac:picMkLst>
        </pc:picChg>
      </pc:sldChg>
      <pc:sldChg chg="modSp mod">
        <pc:chgData name="Tymiński Paweł 2 (STUD)" userId="b946d374-49c9-4179-8a33-ee0ff5854e96" providerId="ADAL" clId="{9F94FD34-AEC1-4B2C-9617-479D9C11EC93}" dt="2020-02-25T14:16:10.876" v="576" actId="1076"/>
        <pc:sldMkLst>
          <pc:docMk/>
          <pc:sldMk cId="1997408599" sldId="296"/>
        </pc:sldMkLst>
        <pc:spChg chg="mod">
          <ac:chgData name="Tymiński Paweł 2 (STUD)" userId="b946d374-49c9-4179-8a33-ee0ff5854e96" providerId="ADAL" clId="{9F94FD34-AEC1-4B2C-9617-479D9C11EC93}" dt="2020-02-25T14:16:10.876" v="576" actId="1076"/>
          <ac:spMkLst>
            <pc:docMk/>
            <pc:sldMk cId="1997408599" sldId="296"/>
            <ac:spMk id="2" creationId="{69B255DF-67BF-4E15-B179-D19D75C40878}"/>
          </ac:spMkLst>
        </pc:spChg>
      </pc:sldChg>
      <pc:sldChg chg="addSp delSp modSp mod">
        <pc:chgData name="Tymiński Paweł 2 (STUD)" userId="b946d374-49c9-4179-8a33-ee0ff5854e96" providerId="ADAL" clId="{9F94FD34-AEC1-4B2C-9617-479D9C11EC93}" dt="2020-03-02T16:57:40.974" v="1531" actId="1076"/>
        <pc:sldMkLst>
          <pc:docMk/>
          <pc:sldMk cId="2064958367" sldId="297"/>
        </pc:sldMkLst>
        <pc:spChg chg="mod">
          <ac:chgData name="Tymiński Paweł 2 (STUD)" userId="b946d374-49c9-4179-8a33-ee0ff5854e96" providerId="ADAL" clId="{9F94FD34-AEC1-4B2C-9617-479D9C11EC93}" dt="2020-02-25T14:43:27.520" v="1042" actId="1076"/>
          <ac:spMkLst>
            <pc:docMk/>
            <pc:sldMk cId="2064958367" sldId="297"/>
            <ac:spMk id="2" creationId="{3832815B-0494-4DCD-952D-2A0F86FD4322}"/>
          </ac:spMkLst>
        </pc:spChg>
        <pc:spChg chg="add del mod">
          <ac:chgData name="Tymiński Paweł 2 (STUD)" userId="b946d374-49c9-4179-8a33-ee0ff5854e96" providerId="ADAL" clId="{9F94FD34-AEC1-4B2C-9617-479D9C11EC93}" dt="2020-02-25T14:02:32.986" v="489" actId="478"/>
          <ac:spMkLst>
            <pc:docMk/>
            <pc:sldMk cId="2064958367" sldId="297"/>
            <ac:spMk id="4" creationId="{27B389C4-E65C-4F16-923C-0721AFB2AF45}"/>
          </ac:spMkLst>
        </pc:spChg>
        <pc:picChg chg="del">
          <ac:chgData name="Tymiński Paweł 2 (STUD)" userId="b946d374-49c9-4179-8a33-ee0ff5854e96" providerId="ADAL" clId="{9F94FD34-AEC1-4B2C-9617-479D9C11EC93}" dt="2020-02-25T14:02:28.929" v="488" actId="478"/>
          <ac:picMkLst>
            <pc:docMk/>
            <pc:sldMk cId="2064958367" sldId="297"/>
            <ac:picMk id="5" creationId="{58208811-7615-4E9A-85DC-C51CD6610689}"/>
          </ac:picMkLst>
        </pc:picChg>
        <pc:picChg chg="mod">
          <ac:chgData name="Tymiński Paweł 2 (STUD)" userId="b946d374-49c9-4179-8a33-ee0ff5854e96" providerId="ADAL" clId="{9F94FD34-AEC1-4B2C-9617-479D9C11EC93}" dt="2020-03-02T16:57:40.974" v="1531" actId="1076"/>
          <ac:picMkLst>
            <pc:docMk/>
            <pc:sldMk cId="2064958367" sldId="297"/>
            <ac:picMk id="7" creationId="{67B0FE80-D5F4-4826-AA3E-AA6E83CDBC9D}"/>
          </ac:picMkLst>
        </pc:picChg>
        <pc:picChg chg="del">
          <ac:chgData name="Tymiński Paweł 2 (STUD)" userId="b946d374-49c9-4179-8a33-ee0ff5854e96" providerId="ADAL" clId="{9F94FD34-AEC1-4B2C-9617-479D9C11EC93}" dt="2020-02-25T14:02:28.929" v="488" actId="478"/>
          <ac:picMkLst>
            <pc:docMk/>
            <pc:sldMk cId="2064958367" sldId="297"/>
            <ac:picMk id="9" creationId="{F43EA436-B077-4384-BE4D-656478B74F2E}"/>
          </ac:picMkLst>
        </pc:picChg>
        <pc:picChg chg="mod">
          <ac:chgData name="Tymiński Paweł 2 (STUD)" userId="b946d374-49c9-4179-8a33-ee0ff5854e96" providerId="ADAL" clId="{9F94FD34-AEC1-4B2C-9617-479D9C11EC93}" dt="2020-03-02T16:57:36.692" v="1530" actId="1076"/>
          <ac:picMkLst>
            <pc:docMk/>
            <pc:sldMk cId="2064958367" sldId="297"/>
            <ac:picMk id="11" creationId="{7A99E233-5499-45AD-81C0-15BAB90CCFBB}"/>
          </ac:picMkLst>
        </pc:picChg>
      </pc:sldChg>
      <pc:sldChg chg="addSp modSp add mod">
        <pc:chgData name="Tymiński Paweł 2 (STUD)" userId="b946d374-49c9-4179-8a33-ee0ff5854e96" providerId="ADAL" clId="{9F94FD34-AEC1-4B2C-9617-479D9C11EC93}" dt="2020-03-02T16:58:10.330" v="1535" actId="1076"/>
        <pc:sldMkLst>
          <pc:docMk/>
          <pc:sldMk cId="3782657976" sldId="298"/>
        </pc:sldMkLst>
        <pc:spChg chg="mod">
          <ac:chgData name="Tymiński Paweł 2 (STUD)" userId="b946d374-49c9-4179-8a33-ee0ff5854e96" providerId="ADAL" clId="{9F94FD34-AEC1-4B2C-9617-479D9C11EC93}" dt="2020-02-25T14:43:21.239" v="1040" actId="1076"/>
          <ac:spMkLst>
            <pc:docMk/>
            <pc:sldMk cId="3782657976" sldId="298"/>
            <ac:spMk id="2" creationId="{0035C500-6932-46BE-8AEF-A62F2D2F3D6D}"/>
          </ac:spMkLst>
        </pc:spChg>
        <pc:picChg chg="add mod">
          <ac:chgData name="Tymiński Paweł 2 (STUD)" userId="b946d374-49c9-4179-8a33-ee0ff5854e96" providerId="ADAL" clId="{9F94FD34-AEC1-4B2C-9617-479D9C11EC93}" dt="2020-03-02T16:58:04.412" v="1534" actId="1076"/>
          <ac:picMkLst>
            <pc:docMk/>
            <pc:sldMk cId="3782657976" sldId="298"/>
            <ac:picMk id="4" creationId="{D9379B91-0F12-4D8C-8854-E6E7FFD257E2}"/>
          </ac:picMkLst>
        </pc:picChg>
        <pc:picChg chg="add mod">
          <ac:chgData name="Tymiński Paweł 2 (STUD)" userId="b946d374-49c9-4179-8a33-ee0ff5854e96" providerId="ADAL" clId="{9F94FD34-AEC1-4B2C-9617-479D9C11EC93}" dt="2020-03-02T16:58:10.330" v="1535" actId="1076"/>
          <ac:picMkLst>
            <pc:docMk/>
            <pc:sldMk cId="3782657976" sldId="298"/>
            <ac:picMk id="5" creationId="{9A350A36-62DC-438F-82DD-7681FA550F8B}"/>
          </ac:picMkLst>
        </pc:picChg>
      </pc:sldChg>
      <pc:sldChg chg="addSp delSp modSp add mod">
        <pc:chgData name="Tymiński Paweł 2 (STUD)" userId="b946d374-49c9-4179-8a33-ee0ff5854e96" providerId="ADAL" clId="{9F94FD34-AEC1-4B2C-9617-479D9C11EC93}" dt="2020-03-02T16:57:55.030" v="1533" actId="1076"/>
        <pc:sldMkLst>
          <pc:docMk/>
          <pc:sldMk cId="96947038" sldId="299"/>
        </pc:sldMkLst>
        <pc:spChg chg="mod">
          <ac:chgData name="Tymiński Paweł 2 (STUD)" userId="b946d374-49c9-4179-8a33-ee0ff5854e96" providerId="ADAL" clId="{9F94FD34-AEC1-4B2C-9617-479D9C11EC93}" dt="2020-02-25T14:43:16.840" v="1038" actId="1076"/>
          <ac:spMkLst>
            <pc:docMk/>
            <pc:sldMk cId="96947038" sldId="299"/>
            <ac:spMk id="2" creationId="{514FF4B2-39D5-48C1-9B1D-2F47BB0D65C6}"/>
          </ac:spMkLst>
        </pc:spChg>
        <pc:spChg chg="add del">
          <ac:chgData name="Tymiński Paweł 2 (STUD)" userId="b946d374-49c9-4179-8a33-ee0ff5854e96" providerId="ADAL" clId="{9F94FD34-AEC1-4B2C-9617-479D9C11EC93}" dt="2020-02-25T14:10:55.402" v="530"/>
          <ac:spMkLst>
            <pc:docMk/>
            <pc:sldMk cId="96947038" sldId="299"/>
            <ac:spMk id="6" creationId="{E940745C-C5BD-499D-97D6-7DF39B845F59}"/>
          </ac:spMkLst>
        </pc:spChg>
        <pc:picChg chg="add mod">
          <ac:chgData name="Tymiński Paweł 2 (STUD)" userId="b946d374-49c9-4179-8a33-ee0ff5854e96" providerId="ADAL" clId="{9F94FD34-AEC1-4B2C-9617-479D9C11EC93}" dt="2020-03-02T16:57:55.030" v="1533" actId="1076"/>
          <ac:picMkLst>
            <pc:docMk/>
            <pc:sldMk cId="96947038" sldId="299"/>
            <ac:picMk id="4" creationId="{AAB13D82-7CC6-445A-AEE6-F1AB0DE102F9}"/>
          </ac:picMkLst>
        </pc:picChg>
        <pc:picChg chg="add mod">
          <ac:chgData name="Tymiński Paweł 2 (STUD)" userId="b946d374-49c9-4179-8a33-ee0ff5854e96" providerId="ADAL" clId="{9F94FD34-AEC1-4B2C-9617-479D9C11EC93}" dt="2020-03-02T16:57:50.075" v="1532" actId="1076"/>
          <ac:picMkLst>
            <pc:docMk/>
            <pc:sldMk cId="96947038" sldId="299"/>
            <ac:picMk id="5" creationId="{4825370E-9739-412F-BD13-BF96BB92AE5A}"/>
          </ac:picMkLst>
        </pc:picChg>
      </pc:sldChg>
      <pc:sldChg chg="modSp add mod">
        <pc:chgData name="Tymiński Paweł 2 (STUD)" userId="b946d374-49c9-4179-8a33-ee0ff5854e96" providerId="ADAL" clId="{9F94FD34-AEC1-4B2C-9617-479D9C11EC93}" dt="2020-02-26T09:41:21.884" v="1461" actId="1076"/>
        <pc:sldMkLst>
          <pc:docMk/>
          <pc:sldMk cId="1107142670" sldId="300"/>
        </pc:sldMkLst>
        <pc:spChg chg="mod">
          <ac:chgData name="Tymiński Paweł 2 (STUD)" userId="b946d374-49c9-4179-8a33-ee0ff5854e96" providerId="ADAL" clId="{9F94FD34-AEC1-4B2C-9617-479D9C11EC93}" dt="2020-02-26T09:41:21.884" v="1461" actId="1076"/>
          <ac:spMkLst>
            <pc:docMk/>
            <pc:sldMk cId="1107142670" sldId="300"/>
            <ac:spMk id="2" creationId="{1CDF44E1-3092-4EA6-A19C-565F74AE0AC8}"/>
          </ac:spMkLst>
        </pc:spChg>
        <pc:spChg chg="mod">
          <ac:chgData name="Tymiński Paweł 2 (STUD)" userId="b946d374-49c9-4179-8a33-ee0ff5854e96" providerId="ADAL" clId="{9F94FD34-AEC1-4B2C-9617-479D9C11EC93}" dt="2020-02-26T09:39:49.066" v="1460" actId="20577"/>
          <ac:spMkLst>
            <pc:docMk/>
            <pc:sldMk cId="1107142670" sldId="300"/>
            <ac:spMk id="3" creationId="{A037CA25-A40D-47AE-B252-977A59215B0D}"/>
          </ac:spMkLst>
        </pc:spChg>
      </pc:sldChg>
      <pc:sldChg chg="addSp delSp modSp add mod">
        <pc:chgData name="Tymiński Paweł 2 (STUD)" userId="b946d374-49c9-4179-8a33-ee0ff5854e96" providerId="ADAL" clId="{9F94FD34-AEC1-4B2C-9617-479D9C11EC93}" dt="2020-02-25T14:39:36.127" v="1017" actId="1037"/>
        <pc:sldMkLst>
          <pc:docMk/>
          <pc:sldMk cId="2838311383" sldId="301"/>
        </pc:sldMkLst>
        <pc:spChg chg="del">
          <ac:chgData name="Tymiński Paweł 2 (STUD)" userId="b946d374-49c9-4179-8a33-ee0ff5854e96" providerId="ADAL" clId="{9F94FD34-AEC1-4B2C-9617-479D9C11EC93}" dt="2020-02-25T14:25:39.396" v="934"/>
          <ac:spMkLst>
            <pc:docMk/>
            <pc:sldMk cId="2838311383" sldId="301"/>
            <ac:spMk id="3" creationId="{F603976C-1D75-48BF-B5AF-0443E7C11033}"/>
          </ac:spMkLst>
        </pc:spChg>
        <pc:picChg chg="add mod">
          <ac:chgData name="Tymiński Paweł 2 (STUD)" userId="b946d374-49c9-4179-8a33-ee0ff5854e96" providerId="ADAL" clId="{9F94FD34-AEC1-4B2C-9617-479D9C11EC93}" dt="2020-02-25T14:38:30.753" v="1001" actId="1076"/>
          <ac:picMkLst>
            <pc:docMk/>
            <pc:sldMk cId="2838311383" sldId="301"/>
            <ac:picMk id="5" creationId="{5BE8F818-1983-4639-AA98-085E5976CC44}"/>
          </ac:picMkLst>
        </pc:picChg>
        <pc:picChg chg="add mod">
          <ac:chgData name="Tymiński Paweł 2 (STUD)" userId="b946d374-49c9-4179-8a33-ee0ff5854e96" providerId="ADAL" clId="{9F94FD34-AEC1-4B2C-9617-479D9C11EC93}" dt="2020-02-25T14:39:36.127" v="1017" actId="1037"/>
          <ac:picMkLst>
            <pc:docMk/>
            <pc:sldMk cId="2838311383" sldId="301"/>
            <ac:picMk id="6" creationId="{D23A8462-9A5F-48B8-A7E6-60C90A204BEE}"/>
          </ac:picMkLst>
        </pc:picChg>
        <pc:cxnChg chg="add mod">
          <ac:chgData name="Tymiński Paweł 2 (STUD)" userId="b946d374-49c9-4179-8a33-ee0ff5854e96" providerId="ADAL" clId="{9F94FD34-AEC1-4B2C-9617-479D9C11EC93}" dt="2020-02-25T14:39:27.361" v="1010" actId="1582"/>
          <ac:cxnSpMkLst>
            <pc:docMk/>
            <pc:sldMk cId="2838311383" sldId="301"/>
            <ac:cxnSpMk id="8" creationId="{B99D18A1-5542-4681-987B-3E9E3F6FEF29}"/>
          </ac:cxnSpMkLst>
        </pc:cxnChg>
      </pc:sldChg>
      <pc:sldChg chg="addSp delSp modSp add mod">
        <pc:chgData name="Tymiński Paweł 2 (STUD)" userId="b946d374-49c9-4179-8a33-ee0ff5854e96" providerId="ADAL" clId="{9F94FD34-AEC1-4B2C-9617-479D9C11EC93}" dt="2020-02-25T14:54:07.661" v="1135" actId="1037"/>
        <pc:sldMkLst>
          <pc:docMk/>
          <pc:sldMk cId="1822505385" sldId="302"/>
        </pc:sldMkLst>
        <pc:spChg chg="mod">
          <ac:chgData name="Tymiński Paweł 2 (STUD)" userId="b946d374-49c9-4179-8a33-ee0ff5854e96" providerId="ADAL" clId="{9F94FD34-AEC1-4B2C-9617-479D9C11EC93}" dt="2020-02-25T14:29:02.366" v="976" actId="20577"/>
          <ac:spMkLst>
            <pc:docMk/>
            <pc:sldMk cId="1822505385" sldId="302"/>
            <ac:spMk id="2" creationId="{55A78DEB-6FEB-4179-B347-6C708A79EB54}"/>
          </ac:spMkLst>
        </pc:spChg>
        <pc:spChg chg="del">
          <ac:chgData name="Tymiński Paweł 2 (STUD)" userId="b946d374-49c9-4179-8a33-ee0ff5854e96" providerId="ADAL" clId="{9F94FD34-AEC1-4B2C-9617-479D9C11EC93}" dt="2020-02-25T14:33:27.381" v="981"/>
          <ac:spMkLst>
            <pc:docMk/>
            <pc:sldMk cId="1822505385" sldId="302"/>
            <ac:spMk id="3" creationId="{EA059FEC-04D5-4073-966A-F623E72422F7}"/>
          </ac:spMkLst>
        </pc:spChg>
        <pc:spChg chg="add mod">
          <ac:chgData name="Tymiński Paweł 2 (STUD)" userId="b946d374-49c9-4179-8a33-ee0ff5854e96" providerId="ADAL" clId="{9F94FD34-AEC1-4B2C-9617-479D9C11EC93}" dt="2020-02-25T14:33:27.381" v="981"/>
          <ac:spMkLst>
            <pc:docMk/>
            <pc:sldMk cId="1822505385" sldId="302"/>
            <ac:spMk id="10" creationId="{59A074F3-F1CE-4BCB-82A3-5B8A14B30A75}"/>
          </ac:spMkLst>
        </pc:spChg>
        <pc:spChg chg="add mod">
          <ac:chgData name="Tymiński Paweł 2 (STUD)" userId="b946d374-49c9-4179-8a33-ee0ff5854e96" providerId="ADAL" clId="{9F94FD34-AEC1-4B2C-9617-479D9C11EC93}" dt="2020-02-25T14:33:27.381" v="981"/>
          <ac:spMkLst>
            <pc:docMk/>
            <pc:sldMk cId="1822505385" sldId="302"/>
            <ac:spMk id="11" creationId="{621E8D84-261E-4A14-96FA-69741CDAF519}"/>
          </ac:spMkLst>
        </pc:spChg>
        <pc:picChg chg="add mod">
          <ac:chgData name="Tymiński Paweł 2 (STUD)" userId="b946d374-49c9-4179-8a33-ee0ff5854e96" providerId="ADAL" clId="{9F94FD34-AEC1-4B2C-9617-479D9C11EC93}" dt="2020-02-25T14:54:07.661" v="1135" actId="1037"/>
          <ac:picMkLst>
            <pc:docMk/>
            <pc:sldMk cId="1822505385" sldId="302"/>
            <ac:picMk id="4" creationId="{3304B364-50FB-4575-A4B0-8C1633DA9BE9}"/>
          </ac:picMkLst>
        </pc:picChg>
        <pc:picChg chg="add mod">
          <ac:chgData name="Tymiński Paweł 2 (STUD)" userId="b946d374-49c9-4179-8a33-ee0ff5854e96" providerId="ADAL" clId="{9F94FD34-AEC1-4B2C-9617-479D9C11EC93}" dt="2020-02-25T14:28:49.834" v="952" actId="14100"/>
          <ac:picMkLst>
            <pc:docMk/>
            <pc:sldMk cId="1822505385" sldId="302"/>
            <ac:picMk id="5" creationId="{10274DFA-69A4-4C6F-9277-D166722FF97D}"/>
          </ac:picMkLst>
        </pc:picChg>
        <pc:picChg chg="add mod">
          <ac:chgData name="Tymiński Paweł 2 (STUD)" userId="b946d374-49c9-4179-8a33-ee0ff5854e96" providerId="ADAL" clId="{9F94FD34-AEC1-4B2C-9617-479D9C11EC93}" dt="2020-02-25T14:33:39.065" v="984" actId="14100"/>
          <ac:picMkLst>
            <pc:docMk/>
            <pc:sldMk cId="1822505385" sldId="302"/>
            <ac:picMk id="6" creationId="{071CDE17-BC8F-42E9-A030-71CF3E2D0494}"/>
          </ac:picMkLst>
        </pc:picChg>
        <pc:picChg chg="add mod">
          <ac:chgData name="Tymiński Paweł 2 (STUD)" userId="b946d374-49c9-4179-8a33-ee0ff5854e96" providerId="ADAL" clId="{9F94FD34-AEC1-4B2C-9617-479D9C11EC93}" dt="2020-02-25T14:33:45.785" v="986" actId="14100"/>
          <ac:picMkLst>
            <pc:docMk/>
            <pc:sldMk cId="1822505385" sldId="302"/>
            <ac:picMk id="7" creationId="{FC2E282E-404E-416A-A9F0-05A6C1E2C75F}"/>
          </ac:picMkLst>
        </pc:picChg>
        <pc:picChg chg="add mod">
          <ac:chgData name="Tymiński Paweł 2 (STUD)" userId="b946d374-49c9-4179-8a33-ee0ff5854e96" providerId="ADAL" clId="{9F94FD34-AEC1-4B2C-9617-479D9C11EC93}" dt="2020-02-25T14:54:00.122" v="1128" actId="1037"/>
          <ac:picMkLst>
            <pc:docMk/>
            <pc:sldMk cId="1822505385" sldId="302"/>
            <ac:picMk id="8" creationId="{0ACECD6A-4778-4599-930A-A755FE89225D}"/>
          </ac:picMkLst>
        </pc:picChg>
        <pc:picChg chg="add mod">
          <ac:chgData name="Tymiński Paweł 2 (STUD)" userId="b946d374-49c9-4179-8a33-ee0ff5854e96" providerId="ADAL" clId="{9F94FD34-AEC1-4B2C-9617-479D9C11EC93}" dt="2020-02-25T14:54:02.893" v="1129" actId="1037"/>
          <ac:picMkLst>
            <pc:docMk/>
            <pc:sldMk cId="1822505385" sldId="302"/>
            <ac:picMk id="9" creationId="{9AF92D7A-88A2-4612-85B3-EB23ACDD0D8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86874-BF5B-489B-A423-6B07D99120AA}" type="datetimeFigureOut">
              <a:rPr lang="pl-PL" smtClean="0"/>
              <a:t>04.03.2020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D5526-A841-4C57-BBFA-2BD9278899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64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D5526-A841-4C57-BBFA-2BD9278899F5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8765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Gimbal – kompensacja drgań</a:t>
            </a:r>
          </a:p>
          <a:p>
            <a:r>
              <a:rPr lang="pl-PL" dirty="0"/>
              <a:t>Głowica – nastawianie zadanej przez użytkownika pozycji, bez kompensacji lub z użyciem innych urządzeń do tego celu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1965CD-CA0F-4C2C-955F-131BD78830D7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8959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1976 – Garrett Brown – Steadicam, po raz pierwszy użyty w filmie „</a:t>
            </a:r>
            <a:r>
              <a:rPr lang="pl-PL" dirty="0" err="1"/>
              <a:t>Rocky</a:t>
            </a:r>
            <a:r>
              <a:rPr lang="pl-PL" dirty="0"/>
              <a:t>”</a:t>
            </a:r>
          </a:p>
          <a:p>
            <a:r>
              <a:rPr lang="pl-PL" dirty="0"/>
              <a:t>Długo, długo nic</a:t>
            </a:r>
          </a:p>
          <a:p>
            <a:r>
              <a:rPr lang="pl-PL" dirty="0"/>
              <a:t>Postępująca miniaturyzacja, rozwój techniki mikroprocesorowej, pojawienie się MEMS pozwoliły na….</a:t>
            </a:r>
          </a:p>
          <a:p>
            <a:r>
              <a:rPr lang="pl-PL" dirty="0"/>
              <a:t>2013 – firma Freefly Systems – Movi M10 – pierwszy elektroniczny stabilizator do kamer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D5526-A841-4C57-BBFA-2BD9278899F5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8715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Szeroki zakres cenowy i jakościowy – od 300 do kilku milionów PLN</a:t>
            </a:r>
          </a:p>
          <a:p>
            <a:r>
              <a:rPr lang="pl-PL" dirty="0"/>
              <a:t>Wszystkie używają PID lub jego wariacji do sterowania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D5526-A841-4C57-BBFA-2BD9278899F5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7778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1965CD-CA0F-4C2C-955F-131BD78830D7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0315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D5526-A841-4C57-BBFA-2BD9278899F5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0458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D5526-A841-4C57-BBFA-2BD9278899F5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6400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Wyniki sieci nauczonej na modelu pozycji silnika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D5526-A841-4C57-BBFA-2BD9278899F5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8398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Wykresy błędów dla każdego regulatora w 2 drugim scenariuszu testowym</a:t>
            </a:r>
          </a:p>
          <a:p>
            <a:r>
              <a:rPr lang="pl-PL" dirty="0"/>
              <a:t>Pozycja żądana = 45 stopni w dół, reszta 0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D5526-A841-4C57-BBFA-2BD9278899F5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1735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Zestawienie wyników symulacji (wyniki średnie z </a:t>
            </a:r>
            <a:r>
              <a:rPr lang="pl-PL"/>
              <a:t>10 testów) oraz </a:t>
            </a:r>
            <a:r>
              <a:rPr lang="pl-PL" dirty="0"/>
              <a:t>ocena każdego algorytmu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D5526-A841-4C57-BBFA-2BD9278899F5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5782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Podsumowanie zalet i wad każdego z wybranych regulatorów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D5526-A841-4C57-BBFA-2BD9278899F5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2964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D5526-A841-4C57-BBFA-2BD9278899F5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6738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07F6D6-38FF-4D3F-8FB1-7B318CF9D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7AA07D1-1763-47E3-B000-9D44A7216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BB84C0C-609A-4BDF-AA2F-BADB7122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9521B6-F0DA-48B4-8AC0-15FFB0DAD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6A37895-777F-418C-A20F-CB44551F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22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C9904A-7A8E-490A-9766-09BBC124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C92894-500B-4891-95C7-72FB401FE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D7816FA-457E-4AC8-9400-A52A8008E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3BF3C8B-AB47-4748-A330-72A147A7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67453D7-EC24-4E92-A84E-CA510ED9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96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166E83-903F-41F2-AB07-2D5E8B1A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4E5582-4E46-4787-8EC8-A06015087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C3D38EB-58F0-44D2-808F-1328D185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519DD06-B800-47ED-8E4D-30B9B03C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DE373E-E728-469B-BE6A-F83E0FD3F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7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B57E16-27CF-442D-BF21-F1B59D4A5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AF92EEC-BE63-4D93-8AC2-EA13829A4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DE4CA61-E23A-4561-8263-AE430AE58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4FBDE8C-0970-4D92-AD30-60092173A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529716E-731F-42D8-B433-B5122F8DC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919E844-063F-48C2-B405-E01614B4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8C9B7B-796C-4D8F-9691-98DAC8C62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BDE6C13-A193-43C2-9676-993A7F13E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0C1A335-61D3-4830-9462-E7B9CFCFC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885BDFA-A8E1-49AD-AACA-84F4B4BDC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C40C490E-2FB5-4E77-A85E-A35BE0552A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2527477-129F-47B5-8993-3EEE9D5A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EF6431B-B8EC-48E3-8396-D00C6C81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7208998-692A-4608-BA99-38409C2B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F694AF-5EFA-49BD-9157-DCE6F356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4BF819A-9E1D-4A99-82F3-3F39B621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579CD95-F0F6-4D2B-9B03-7EABFF4F4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00CB124-1B00-4702-8B95-2812CE7F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6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56F0979B-4FD3-4122-AF1F-5060E257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D7DA85D-8265-4F0C-BFC5-544D6D85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F41BD19-2ACC-43F0-9F35-0535AAC9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9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EC8B29-5446-4529-8217-25AFE865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5436C70-029E-49CF-BE71-80920EDA4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DF72520-7A96-4C3C-A3B6-BED061BCC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FC47A3A-0DA0-4421-A198-BBA8E3F85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D9B0EE5-8976-49A0-8DF3-B3DCD3AA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9E83D16-8247-42AD-B81F-F791C7CB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3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3CEFD4-C751-487E-9586-01BD6A34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1D30757-CD90-472B-9690-6204BF223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FA74350-68EB-4A00-8340-CB949A9F8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C03729A-17C3-483D-B7F5-6DA4CE78D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720E064-10A2-413C-A623-7556BA02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471322D-44CA-450A-8AB4-CA107725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1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056E82-48A6-44F0-B278-90EDD32B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157A0BD-8461-4C6F-A69B-D1DB696B5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1AF2596-0112-48F3-B482-6303B20B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AD84920-AC1C-4CFA-869A-BD9CA2B6F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4ADD2DF-2A3B-4620-9C80-2F901D7E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0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CE54931-09AC-4228-BEAA-896BB8F46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ABDF9D6-9F15-432C-B6DC-E3D4D815F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9E3A1C7-C049-40A0-AFA9-B15B55E1A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80EFC7-0B95-4828-BA0D-10D5780E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FB3C609-547F-47D4-A485-A7C67FE3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7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C59CB62-46B2-4C87-8C53-D70196890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0372A0D-99CA-4CA5-A934-9B71B308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2F67C7E-9C96-4470-9645-F6808D020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3/4/2020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F7AE97E-35AC-4E86-A422-C7A98F79F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7F9AC81-E562-4238-AE71-5EAF48D6E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AF16C1-5F76-445D-99A3-3894829AF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Zaawansowane algorytmy sterowania 3-osiowym stabilizatorem do kamer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6CC81-8552-448C-ABDA-4F7E346E0C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Dyplomant:  inż. Paweł Tymiński</a:t>
            </a:r>
          </a:p>
          <a:p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Promotor: prof. </a:t>
            </a:r>
            <a:r>
              <a:rPr lang="pl-PL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nzw</a:t>
            </a: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dr hab. inż. Maciej </a:t>
            </a:r>
            <a:r>
              <a:rPr lang="pl-PL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Ławryńczuk</a:t>
            </a:r>
            <a:endParaRPr lang="pl-P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Instytut Automatyki I Informatyki Stosowanej, </a:t>
            </a:r>
            <a:r>
              <a:rPr lang="pl-PL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WEiTI</a:t>
            </a: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PW</a:t>
            </a:r>
          </a:p>
        </p:txBody>
      </p:sp>
    </p:spTree>
    <p:extLst>
      <p:ext uri="{BB962C8B-B14F-4D97-AF65-F5344CB8AC3E}">
        <p14:creationId xmlns:p14="http://schemas.microsoft.com/office/powerpoint/2010/main" val="62742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95090C-3472-47F4-AB51-2FEA750C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 prezentacji	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15FFC5D-F2C9-4286-ADDE-46482BD2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48" y="1743456"/>
            <a:ext cx="7511472" cy="4791456"/>
          </a:xfrm>
        </p:spPr>
        <p:txBody>
          <a:bodyPr>
            <a:normAutofit/>
          </a:bodyPr>
          <a:lstStyle/>
          <a:p>
            <a:endParaRPr lang="pl-PL" dirty="0"/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solidFill>
                  <a:schemeClr val="tx1"/>
                </a:solidFill>
              </a:rPr>
              <a:t>Przedstawienie autora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solidFill>
                  <a:schemeClr val="tx1"/>
                </a:solidFill>
              </a:rPr>
              <a:t>Związek z pracą inżynierską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solidFill>
                  <a:schemeClr val="tx1"/>
                </a:solidFill>
              </a:rPr>
              <a:t>Krótka historia systemów stabilizacyjnych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solidFill>
                  <a:schemeClr val="tx1"/>
                </a:solidFill>
              </a:rPr>
              <a:t>Główny cel pracy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solidFill>
                  <a:schemeClr val="tx1"/>
                </a:solidFill>
              </a:rPr>
              <a:t>Model – struktura, równania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solidFill>
                  <a:schemeClr val="tx1"/>
                </a:solidFill>
              </a:rPr>
              <a:t>Wybór regulatorów, Implementacja, akwizycja danych badawczych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solidFill>
                  <a:schemeClr val="tx1"/>
                </a:solidFill>
              </a:rPr>
              <a:t>Wyniki badań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solidFill>
                  <a:schemeClr val="tx1"/>
                </a:solidFill>
              </a:rPr>
              <a:t>Podsumowanie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solidFill>
                  <a:schemeClr val="tx1"/>
                </a:solidFill>
              </a:rPr>
              <a:t>Dalsze plany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06555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6AB76C-424B-49F9-A2B0-84511C7B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 autorze</a:t>
            </a:r>
          </a:p>
        </p:txBody>
      </p:sp>
      <p:pic>
        <p:nvPicPr>
          <p:cNvPr id="13" name="Symbol zastępczy zawartości 12">
            <a:extLst>
              <a:ext uri="{FF2B5EF4-FFF2-40B4-BE49-F238E27FC236}">
                <a16:creationId xmlns:a16="http://schemas.microsoft.com/office/drawing/2014/main" id="{4966CFF1-ECCB-4B9B-B06A-E22A65178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5966" t="8237" r="-831" b="25980"/>
          <a:stretch/>
        </p:blipFill>
        <p:spPr>
          <a:xfrm>
            <a:off x="6144623" y="1690689"/>
            <a:ext cx="2585151" cy="268514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53346522-2765-4B29-8CCB-E92FE396029C}"/>
              </a:ext>
            </a:extLst>
          </p:cNvPr>
          <p:cNvSpPr txBox="1"/>
          <p:nvPr/>
        </p:nvSpPr>
        <p:spPr>
          <a:xfrm>
            <a:off x="508000" y="2405198"/>
            <a:ext cx="58601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dirty="0"/>
              <a:t>Paweł Tymiński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dirty="0" err="1"/>
              <a:t>Universita</a:t>
            </a:r>
            <a:r>
              <a:rPr lang="pl-PL" dirty="0"/>
              <a:t> </a:t>
            </a:r>
            <a:r>
              <a:rPr lang="pl-PL" dirty="0" err="1"/>
              <a:t>degli</a:t>
            </a:r>
            <a:r>
              <a:rPr lang="pl-PL" dirty="0"/>
              <a:t> </a:t>
            </a:r>
            <a:r>
              <a:rPr lang="pl-PL" dirty="0" err="1"/>
              <a:t>Studi</a:t>
            </a:r>
            <a:r>
              <a:rPr lang="pl-PL" dirty="0"/>
              <a:t> di </a:t>
            </a:r>
            <a:r>
              <a:rPr lang="pl-PL" dirty="0" err="1"/>
              <a:t>Catania</a:t>
            </a:r>
            <a:r>
              <a:rPr lang="pl-PL" dirty="0"/>
              <a:t> – Erasmus+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dirty="0"/>
              <a:t>Studia Inżynierskie – Wydział Inżynierii Produkcji PW (Automatyka i Robotyka)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dirty="0"/>
              <a:t>Fotograf, pasjonat filmów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dirty="0"/>
              <a:t>Członek Studenckiej Telewizji Internetowej TVPW</a:t>
            </a:r>
          </a:p>
        </p:txBody>
      </p:sp>
    </p:spTree>
    <p:extLst>
      <p:ext uri="{BB962C8B-B14F-4D97-AF65-F5344CB8AC3E}">
        <p14:creationId xmlns:p14="http://schemas.microsoft.com/office/powerpoint/2010/main" val="170622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F06F49-FF21-4B87-965C-14F5B5FE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Związek z pracą inżynierską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7C941DC-2739-422E-AEF3-C9EF8D760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1701633"/>
          </a:xfrm>
        </p:spPr>
        <p:txBody>
          <a:bodyPr/>
          <a:lstStyle/>
          <a:p>
            <a:r>
              <a:rPr lang="pl-PL" dirty="0">
                <a:solidFill>
                  <a:schemeClr val="tx1"/>
                </a:solidFill>
              </a:rPr>
              <a:t>„Projekt układu sterowania 2-osiowej głowicy do pozycjonowania kamery” + praca przejściowa inżynierska „projekt konstrukcji 2-osiowej głowicy do pozycjonowania kamery”</a:t>
            </a:r>
          </a:p>
          <a:p>
            <a:r>
              <a:rPr lang="pl-PL" dirty="0">
                <a:solidFill>
                  <a:schemeClr val="tx1"/>
                </a:solidFill>
              </a:rPr>
              <a:t>Głowica a stabilizator - różnice</a:t>
            </a:r>
          </a:p>
        </p:txBody>
      </p:sp>
      <p:pic>
        <p:nvPicPr>
          <p:cNvPr id="4" name="a2ZgQy9_460svvp9">
            <a:hlinkClick r:id="" action="ppaction://media"/>
            <a:extLst>
              <a:ext uri="{FF2B5EF4-FFF2-40B4-BE49-F238E27FC236}">
                <a16:creationId xmlns:a16="http://schemas.microsoft.com/office/drawing/2014/main" id="{44E72FE0-7485-4ECA-9CD8-ADFF6C8562E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8348" y="3871913"/>
            <a:ext cx="4381500" cy="2457450"/>
          </a:xfrm>
          <a:prstGeom prst="rect">
            <a:avLst/>
          </a:prstGeom>
        </p:spPr>
      </p:pic>
      <p:pic>
        <p:nvPicPr>
          <p:cNvPr id="5" name="giphy2">
            <a:hlinkClick r:id="" action="ppaction://media"/>
            <a:extLst>
              <a:ext uri="{FF2B5EF4-FFF2-40B4-BE49-F238E27FC236}">
                <a16:creationId xmlns:a16="http://schemas.microsoft.com/office/drawing/2014/main" id="{2EDF33A3-F861-4583-8D12-8396DC8ADDB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199848" y="3871913"/>
            <a:ext cx="245745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2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AFB6D5-78AF-4B12-B65A-A438B6A13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Krótka historia stabilizacji</a:t>
            </a:r>
          </a:p>
        </p:txBody>
      </p:sp>
      <p:pic>
        <p:nvPicPr>
          <p:cNvPr id="4" name="image25.png">
            <a:extLst>
              <a:ext uri="{FF2B5EF4-FFF2-40B4-BE49-F238E27FC236}">
                <a16:creationId xmlns:a16="http://schemas.microsoft.com/office/drawing/2014/main" id="{C8309C82-160C-4150-9736-14224DDAB58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4982786" y="2165507"/>
            <a:ext cx="3347034" cy="3347034"/>
          </a:xfrm>
          <a:prstGeom prst="rect">
            <a:avLst/>
          </a:prstGeom>
          <a:ln/>
        </p:spPr>
      </p:pic>
      <p:pic>
        <p:nvPicPr>
          <p:cNvPr id="6" name="Obraz 5" descr="Obraz zawierający zewnętrzne, osoba, mężczyzna, stojące&#10;&#10;Opis wygenerowany automatycznie">
            <a:extLst>
              <a:ext uri="{FF2B5EF4-FFF2-40B4-BE49-F238E27FC236}">
                <a16:creationId xmlns:a16="http://schemas.microsoft.com/office/drawing/2014/main" id="{7C6FBD06-F267-4706-AE96-F1AB1090F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41" y="2165507"/>
            <a:ext cx="4197245" cy="334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5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79AE63-B74E-4C10-9360-E57B5BFAD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Rozwiązania stosowane na rynku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21BC763C-DF1B-4BF5-8A64-3AF5E2E09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74" y="4020392"/>
            <a:ext cx="2297215" cy="1980358"/>
          </a:xfrm>
          <a:prstGeom prst="rect">
            <a:avLst/>
          </a:prstGeom>
        </p:spPr>
      </p:pic>
      <p:pic>
        <p:nvPicPr>
          <p:cNvPr id="8" name="image56.png">
            <a:extLst>
              <a:ext uri="{FF2B5EF4-FFF2-40B4-BE49-F238E27FC236}">
                <a16:creationId xmlns:a16="http://schemas.microsoft.com/office/drawing/2014/main" id="{CDA650B0-BDDA-4EE0-ACE2-8ABB1DB1D6A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111395" y="3757971"/>
            <a:ext cx="4269162" cy="2242779"/>
          </a:xfrm>
          <a:prstGeom prst="rect">
            <a:avLst/>
          </a:prstGeom>
          <a:ln/>
        </p:spPr>
      </p:pic>
      <p:pic>
        <p:nvPicPr>
          <p:cNvPr id="10" name="image55.png">
            <a:extLst>
              <a:ext uri="{FF2B5EF4-FFF2-40B4-BE49-F238E27FC236}">
                <a16:creationId xmlns:a16="http://schemas.microsoft.com/office/drawing/2014/main" id="{91CA08F8-32AC-4ABF-A06A-9C1CB2553849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821004" y="1835235"/>
            <a:ext cx="3281015" cy="2185157"/>
          </a:xfrm>
          <a:prstGeom prst="rect">
            <a:avLst/>
          </a:prstGeom>
          <a:ln/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4851447D-BC2C-48EC-AD5C-81A6052938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250" b="90875" l="10000" r="90000">
                        <a14:foregroundMark x1="58917" y1="11375" x2="67917" y2="11000"/>
                        <a14:foregroundMark x1="61167" y1="8875" x2="64917" y2="8250"/>
                        <a14:foregroundMark x1="62167" y1="88875" x2="61917" y2="908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28129" y="1761868"/>
            <a:ext cx="3281015" cy="218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36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DE3614-DC44-4E6A-B60F-5D0CEED6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Główny cel pracy	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891756C-E1EC-493F-BA2A-49B2BBE17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29" y="1910443"/>
            <a:ext cx="7231742" cy="151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3000" dirty="0">
                <a:solidFill>
                  <a:schemeClr val="tx1"/>
                </a:solidFill>
              </a:rPr>
              <a:t>Czy istnieje lepszy (bardziej efektywny) sposób sterowania gimbalem?</a:t>
            </a:r>
          </a:p>
        </p:txBody>
      </p:sp>
    </p:spTree>
    <p:extLst>
      <p:ext uri="{BB962C8B-B14F-4D97-AF65-F5344CB8AC3E}">
        <p14:creationId xmlns:p14="http://schemas.microsoft.com/office/powerpoint/2010/main" val="3064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D3D4A7-19FF-41DA-B457-65BE772A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Tworzenie </a:t>
            </a:r>
            <a:r>
              <a:rPr lang="pl-PL"/>
              <a:t>modelu matematycznego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AF017A-BA95-47B9-AEAF-51232B11D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47" y="1973710"/>
            <a:ext cx="7856264" cy="4288272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Gimbal – manipulator o 3 osiach swobody – kinematyka i dynamika</a:t>
            </a:r>
          </a:p>
          <a:p>
            <a:pPr lvl="1"/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Kinematyka – macierze transformacji </a:t>
            </a:r>
            <a:r>
              <a:rPr lang="pl-PL" sz="1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 y, z </a:t>
            </a: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zamiast notacji D-H</a:t>
            </a:r>
          </a:p>
          <a:p>
            <a:pPr lvl="1"/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dynamika – model Newtona – Eulera </a:t>
            </a:r>
          </a:p>
          <a:p>
            <a:pPr lvl="1"/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Silnik – uproszczony model opisujący zmianę pozycji</a:t>
            </a:r>
          </a:p>
          <a:p>
            <a:pPr marL="273050" lvl="1" indent="-273050"/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Żyroskop – proste i odwrotne zadanie kinematyki</a:t>
            </a:r>
            <a:br>
              <a:rPr lang="pl-PL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pl-PL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650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DF44E1-3092-4EA6-A19C-565F74AE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79" y="243945"/>
            <a:ext cx="7511473" cy="1312480"/>
          </a:xfrm>
        </p:spPr>
        <p:txBody>
          <a:bodyPr/>
          <a:lstStyle/>
          <a:p>
            <a:r>
              <a:rPr lang="pl-PL" dirty="0"/>
              <a:t>Sygnały wejścia/wyjścia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037CA25-A40D-47AE-B252-977A59215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48" y="1556425"/>
            <a:ext cx="7511472" cy="5000017"/>
          </a:xfrm>
        </p:spPr>
        <p:txBody>
          <a:bodyPr>
            <a:normAutofit lnSpcReduction="10000"/>
          </a:bodyPr>
          <a:lstStyle/>
          <a:p>
            <a: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Wejście : pozycja każdego silnika </a:t>
            </a:r>
            <a:b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yaw_u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pitch_u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roll_u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Wyjścia : aktualna pozycja globalna kamery</a:t>
            </a:r>
            <a:b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yaw_g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pitch_g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roll_g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wartość błędu pozycji dla każdej osi</a:t>
            </a:r>
            <a:b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i="1" dirty="0" err="1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yaw_e</a:t>
            </a:r>
            <a:r>
              <a:rPr lang="pl-PL" i="1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pitch_e</a:t>
            </a:r>
            <a:r>
              <a:rPr lang="pl-PL" i="1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roll_e</a:t>
            </a: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aktualna pozycja lokalna każdej osi</a:t>
            </a:r>
            <a:b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i="1" dirty="0" err="1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yaw_m</a:t>
            </a:r>
            <a:r>
              <a:rPr lang="pl-PL" i="1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pitch_m</a:t>
            </a:r>
            <a:r>
              <a:rPr lang="pl-PL" i="1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roll_m</a:t>
            </a: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nowa wartość pozycji lokalnej dla każdej osi</a:t>
            </a:r>
            <a:b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yaw_mn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pitch_mn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roll_mn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Wejście zakłóceń: informacja o wychyleniu podstawy stabilizatora </a:t>
            </a:r>
            <a:b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(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yaw_d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pitch_d</a:t>
            </a:r>
            <a:r>
              <a:rPr lang="pl-PL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roll_d</a:t>
            </a: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7142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CCF9DF-FCCC-46FB-8ABB-B6DE06D3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5BE8F818-1983-4639-AA98-085E5976C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592" y="102717"/>
            <a:ext cx="8834816" cy="3611562"/>
          </a:xfrm>
        </p:spPr>
      </p:pic>
      <p:pic>
        <p:nvPicPr>
          <p:cNvPr id="6" name="Symbol zastępczy zawartości 4" descr="Obraz zawierający zrzut ekranu&#10;&#10;Opis wygenerowany automatycznie">
            <a:extLst>
              <a:ext uri="{FF2B5EF4-FFF2-40B4-BE49-F238E27FC236}">
                <a16:creationId xmlns:a16="http://schemas.microsoft.com/office/drawing/2014/main" id="{D23A8462-9A5F-48B8-A7E6-60C90A204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661" y="3753191"/>
            <a:ext cx="6567221" cy="3055387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B99D18A1-5542-4681-987B-3E9E3F6FEF29}"/>
              </a:ext>
            </a:extLst>
          </p:cNvPr>
          <p:cNvCxnSpPr/>
          <p:nvPr/>
        </p:nvCxnSpPr>
        <p:spPr>
          <a:xfrm>
            <a:off x="2840477" y="3044757"/>
            <a:ext cx="282102" cy="669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31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A78DEB-6FEB-4179-B347-6C708A79E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Najważniejsze równania</a:t>
            </a:r>
          </a:p>
        </p:txBody>
      </p:sp>
      <p:sp>
        <p:nvSpPr>
          <p:cNvPr id="10" name="Symbol zastępczy zawartości 9">
            <a:extLst>
              <a:ext uri="{FF2B5EF4-FFF2-40B4-BE49-F238E27FC236}">
                <a16:creationId xmlns:a16="http://schemas.microsoft.com/office/drawing/2014/main" id="{59A074F3-F1CE-4BCB-82A3-5B8A14B30A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621E8D84-261E-4A14-96FA-69741CDAF5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304B364-50FB-4575-A4B0-8C1633DA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044" y="2051066"/>
            <a:ext cx="2866658" cy="2068759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10274DFA-69A4-4C6F-9277-D166722FF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81" y="2060898"/>
            <a:ext cx="3757820" cy="43682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071CDE17-BC8F-42E9-A030-71CF3E2D0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81" y="2496043"/>
            <a:ext cx="3755831" cy="76913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FC2E282E-404E-416A-A9F0-05A6C1E2C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47" y="3260054"/>
            <a:ext cx="3751665" cy="66342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0ACECD6A-4778-4599-930A-A755FE892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87" y="3909571"/>
            <a:ext cx="2549033" cy="76913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9AF92D7A-88A2-4612-85B3-EB23ACDD0D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87" y="4678701"/>
            <a:ext cx="7511472" cy="84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05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53D575-6F4A-4AD2-B26C-7F47BB8D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Wybór algorytmów sterowania / porównanie z PID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82FF5B3-FD9C-4D7B-83DD-044D3375D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549" y="1696453"/>
            <a:ext cx="7368902" cy="4319335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Wszyscy producenci używają PID do kontroli </a:t>
            </a:r>
            <a:r>
              <a:rPr lang="pl-PL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gimbali</a:t>
            </a:r>
            <a:endParaRPr lang="pl-P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Nieliniowy regulator PID</a:t>
            </a:r>
          </a:p>
          <a:p>
            <a:pPr marL="800100" lvl="1" indent="-342900">
              <a:buFont typeface="+mj-lt"/>
              <a:buAutoNum type="arabicPeriod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Regulator predykcyjny MPC</a:t>
            </a:r>
          </a:p>
          <a:p>
            <a:pPr marL="800100" lvl="1" indent="-342900">
              <a:buFont typeface="+mj-lt"/>
              <a:buAutoNum type="arabicPeriod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Regulator liniowo-kwadratowy-Gaussa LQG</a:t>
            </a:r>
          </a:p>
          <a:p>
            <a:pPr marL="800100" lvl="1" indent="-342900">
              <a:buFont typeface="+mj-lt"/>
              <a:buAutoNum type="arabicPeriod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Regulatory oparte na sztucznych sieciach neuronowych</a:t>
            </a:r>
          </a:p>
          <a:p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Kryteriów oceny regulatorów</a:t>
            </a:r>
          </a:p>
          <a:p>
            <a:pPr marL="800100" lvl="1" indent="-342900">
              <a:buFont typeface="+mj-lt"/>
              <a:buAutoNum type="arabicPeriod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Błąd średniokwadratowy MSE</a:t>
            </a:r>
          </a:p>
          <a:p>
            <a:pPr marL="800100" lvl="1" indent="-342900">
              <a:buFont typeface="+mj-lt"/>
              <a:buAutoNum type="arabicPeriod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Zużycie energii w trakcie pracy (mAh)</a:t>
            </a:r>
          </a:p>
        </p:txBody>
      </p:sp>
    </p:spTree>
    <p:extLst>
      <p:ext uri="{BB962C8B-B14F-4D97-AF65-F5344CB8AC3E}">
        <p14:creationId xmlns:p14="http://schemas.microsoft.com/office/powerpoint/2010/main" val="326478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3D44C7-303D-4E2D-B09A-CFFA627E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63" y="31202"/>
            <a:ext cx="7511473" cy="1312480"/>
          </a:xfrm>
        </p:spPr>
        <p:txBody>
          <a:bodyPr/>
          <a:lstStyle/>
          <a:p>
            <a:pPr algn="ctr"/>
            <a:r>
              <a:rPr lang="pl-PL" dirty="0"/>
              <a:t>Nieliniowy regulator PID</a:t>
            </a:r>
          </a:p>
        </p:txBody>
      </p:sp>
      <p:pic>
        <p:nvPicPr>
          <p:cNvPr id="4" name="image30.png">
            <a:extLst>
              <a:ext uri="{FF2B5EF4-FFF2-40B4-BE49-F238E27FC236}">
                <a16:creationId xmlns:a16="http://schemas.microsoft.com/office/drawing/2014/main" id="{F90FE961-C405-4599-B53C-3AF7AB7A512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39806" y="929594"/>
            <a:ext cx="7664385" cy="2937419"/>
          </a:xfrm>
          <a:prstGeom prst="rect">
            <a:avLst/>
          </a:prstGeom>
          <a:ln/>
        </p:spPr>
      </p:pic>
      <p:sp>
        <p:nvSpPr>
          <p:cNvPr id="5" name="Prostokąt 4">
            <a:extLst>
              <a:ext uri="{FF2B5EF4-FFF2-40B4-BE49-F238E27FC236}">
                <a16:creationId xmlns:a16="http://schemas.microsoft.com/office/drawing/2014/main" id="{BB2BF129-FC27-4127-933D-FF2561BB46F0}"/>
              </a:ext>
            </a:extLst>
          </p:cNvPr>
          <p:cNvSpPr/>
          <p:nvPr/>
        </p:nvSpPr>
        <p:spPr>
          <a:xfrm>
            <a:off x="814180" y="4512217"/>
            <a:ext cx="7794799" cy="1976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wyższa wartość sygnału sterującego wytwarzanego przez człon proporcjonalny w sytuacji, gdy moduł uchybu regulacji jest większy od 1. </a:t>
            </a:r>
          </a:p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dirty="0">
                <a:latin typeface="Arial" panose="020B0604020202020204" pitchFamily="34" charset="0"/>
                <a:ea typeface="Calibri" panose="020F0502020204030204" pitchFamily="34" charset="0"/>
              </a:rPr>
              <a:t>ograniczenie przeregulowania oraz oscylacji w odpowiedzi układu regulacji. </a:t>
            </a:r>
          </a:p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dirty="0">
                <a:latin typeface="Arial" panose="020B0604020202020204" pitchFamily="34" charset="0"/>
                <a:ea typeface="Calibri" panose="020F0502020204030204" pitchFamily="34" charset="0"/>
              </a:rPr>
              <a:t>struktura dedykowana jest systemom, od których wymagany jest szybki czas narastania lub gdy zmiany wartości zadanej są częste</a:t>
            </a:r>
            <a:endParaRPr lang="pl-PL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F2E2138-A372-45EB-9E8F-BCAE0CD4F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373" y="3867013"/>
            <a:ext cx="4122746" cy="6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1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3D44C7-303D-4E2D-B09A-CFFA627E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63" y="67490"/>
            <a:ext cx="7511473" cy="1312480"/>
          </a:xfrm>
        </p:spPr>
        <p:txBody>
          <a:bodyPr/>
          <a:lstStyle/>
          <a:p>
            <a:pPr algn="ctr"/>
            <a:r>
              <a:rPr lang="pl-PL" dirty="0"/>
              <a:t>Regulator LQG</a:t>
            </a:r>
          </a:p>
        </p:txBody>
      </p:sp>
      <p:graphicFrame>
        <p:nvGraphicFramePr>
          <p:cNvPr id="7" name="Symbol zastępczy zawartości 6">
            <a:extLst>
              <a:ext uri="{FF2B5EF4-FFF2-40B4-BE49-F238E27FC236}">
                <a16:creationId xmlns:a16="http://schemas.microsoft.com/office/drawing/2014/main" id="{46D88FC8-A076-4B32-8BAB-DB8C1FC83C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3644411"/>
              </p:ext>
            </p:extLst>
          </p:nvPr>
        </p:nvGraphicFramePr>
        <p:xfrm>
          <a:off x="814180" y="5085599"/>
          <a:ext cx="7511473" cy="203320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7511473">
                  <a:extLst>
                    <a:ext uri="{9D8B030D-6E8A-4147-A177-3AD203B41FA5}">
                      <a16:colId xmlns:a16="http://schemas.microsoft.com/office/drawing/2014/main" val="1396120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Przy odpowiednim nastawieniu układ zamknięty reaguje tak szybko jak układ otwarty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Prosty obliczeniowo oraz implementacyjnie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Char char=""/>
                        <a:tabLst/>
                        <a:defRPr/>
                      </a:pPr>
                      <a:r>
                        <a:rPr lang="pl-PL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Wymaga znajomości zmiennych stanu sterowanego modelu np. przez dobrze ustawiony filtr Kalmana</a:t>
                      </a:r>
                      <a:endParaRPr lang="pl-PL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pl-PL" sz="18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endParaRPr lang="pl-PL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9785615"/>
                  </a:ext>
                </a:extLst>
              </a:tr>
            </a:tbl>
          </a:graphicData>
        </a:graphic>
      </p:graphicFrame>
      <p:pic>
        <p:nvPicPr>
          <p:cNvPr id="4" name="Obraz 3">
            <a:extLst>
              <a:ext uri="{FF2B5EF4-FFF2-40B4-BE49-F238E27FC236}">
                <a16:creationId xmlns:a16="http://schemas.microsoft.com/office/drawing/2014/main" id="{69339691-4C64-49DB-BFBF-E0CF3148F785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266" y="903860"/>
            <a:ext cx="8273467" cy="3352977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4A9932B1-C622-4880-8CEA-D46484CFC4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1277"/>
          <a:stretch/>
        </p:blipFill>
        <p:spPr>
          <a:xfrm>
            <a:off x="1775020" y="4285480"/>
            <a:ext cx="5399405" cy="47432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BAA20499-F0AF-4670-98A5-A216A2521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4835" y="4759805"/>
            <a:ext cx="4830162" cy="2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35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3D44C7-303D-4E2D-B09A-CFFA627E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47" y="176686"/>
            <a:ext cx="7511473" cy="1312480"/>
          </a:xfrm>
        </p:spPr>
        <p:txBody>
          <a:bodyPr/>
          <a:lstStyle/>
          <a:p>
            <a:pPr algn="ctr"/>
            <a:r>
              <a:rPr lang="pl-PL" dirty="0"/>
              <a:t>Regulator predykcyjny MPC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A3FA5C3D-EA56-4F91-91D4-ED1FF94729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428713"/>
              </p:ext>
            </p:extLst>
          </p:nvPr>
        </p:nvGraphicFramePr>
        <p:xfrm>
          <a:off x="818347" y="4075611"/>
          <a:ext cx="7511473" cy="218637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7511473">
                  <a:extLst>
                    <a:ext uri="{9D8B030D-6E8A-4147-A177-3AD203B41FA5}">
                      <a16:colId xmlns:a16="http://schemas.microsoft.com/office/drawing/2014/main" val="3436624554"/>
                    </a:ext>
                  </a:extLst>
                </a:gridCol>
              </a:tblGrid>
              <a:tr h="218637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Nie wymaga znajomości zmiennych stanu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Jedyny algorytm działający z obiektami wielowymiarowymi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Obsługuje również obiekty nieliniowe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Uwzględnianie ograniczeń wejść oraz wyjść oraz prędkości zmian</a:t>
                      </a:r>
                      <a:endParaRPr lang="pl-PL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8600373"/>
                  </a:ext>
                </a:extLst>
              </a:tr>
            </a:tbl>
          </a:graphicData>
        </a:graphic>
      </p:graphicFrame>
      <p:pic>
        <p:nvPicPr>
          <p:cNvPr id="6" name="Obraz 5">
            <a:extLst>
              <a:ext uri="{FF2B5EF4-FFF2-40B4-BE49-F238E27FC236}">
                <a16:creationId xmlns:a16="http://schemas.microsoft.com/office/drawing/2014/main" id="{4916F850-DF19-4AE0-A6AE-AD28E218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09" y="1489166"/>
            <a:ext cx="7754782" cy="243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82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3D44C7-303D-4E2D-B09A-CFFA627E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47" y="-39241"/>
            <a:ext cx="7511473" cy="1312480"/>
          </a:xfrm>
        </p:spPr>
        <p:txBody>
          <a:bodyPr/>
          <a:lstStyle/>
          <a:p>
            <a:pPr algn="ctr"/>
            <a:r>
              <a:rPr lang="pl-PL" dirty="0"/>
              <a:t>Regulatory oparte na SSN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D5646C-B741-4495-A981-4446F90BC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70B9D63-BA25-4577-BEC4-4893E0EE2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420" y="3517408"/>
            <a:ext cx="6193137" cy="32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CC7B63A-A6A3-4A6D-AC1F-174213962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420" y="837934"/>
            <a:ext cx="6280059" cy="25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0143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B255DF-67BF-4E15-B179-D19D75C40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48" y="0"/>
            <a:ext cx="7511473" cy="1312480"/>
          </a:xfrm>
        </p:spPr>
        <p:txBody>
          <a:bodyPr/>
          <a:lstStyle/>
          <a:p>
            <a:pPr algn="ctr"/>
            <a:r>
              <a:rPr lang="pl-PL" dirty="0"/>
              <a:t>Neuronowy model silnika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1F64E1B-1CFB-4C06-8562-A38FED4FE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BD16812-2186-4600-807B-5C76871E5C9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39"/>
          <a:stretch/>
        </p:blipFill>
        <p:spPr bwMode="auto">
          <a:xfrm>
            <a:off x="789223" y="1908498"/>
            <a:ext cx="3624821" cy="3626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0E47307E-56D6-4DB0-BB9D-989A660A4451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8"/>
          <a:stretch/>
        </p:blipFill>
        <p:spPr bwMode="auto">
          <a:xfrm>
            <a:off x="4384920" y="1908498"/>
            <a:ext cx="3940732" cy="36266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408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D1013C-9173-4B8B-8364-0E36A6DA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Akwizycja danych – zakłócenia zewnętrzne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2227B97-4659-43F2-9FE7-11721038F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2382765"/>
          </a:xfrm>
        </p:spPr>
        <p:txBody>
          <a:bodyPr/>
          <a:lstStyle/>
          <a:p>
            <a:r>
              <a:rPr lang="pl-PL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mobile – zbieranie danych z czujników telefonu</a:t>
            </a:r>
          </a:p>
          <a:p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Częstotliwość – 100 Hz </a:t>
            </a:r>
          </a:p>
          <a:p>
            <a:r>
              <a:rPr lang="pl-P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Wychylenie kątowe, prędkość kątowa, przyśpieszenie liniowe, GPS</a:t>
            </a:r>
          </a:p>
          <a:p>
            <a:endParaRPr lang="pl-P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Obraz 6" descr="Obraz zawierający zrzut ekranu&#10;&#10;Opis wygenerowany automatycznie">
            <a:extLst>
              <a:ext uri="{FF2B5EF4-FFF2-40B4-BE49-F238E27FC236}">
                <a16:creationId xmlns:a16="http://schemas.microsoft.com/office/drawing/2014/main" id="{08219DD3-D0CE-4548-9213-C9AF766E08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85" t="26424" r="10793" b="32485"/>
          <a:stretch/>
        </p:blipFill>
        <p:spPr>
          <a:xfrm>
            <a:off x="6243700" y="4672816"/>
            <a:ext cx="1926210" cy="164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40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32815B-0494-4DCD-952D-2A0F86FD4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61" y="0"/>
            <a:ext cx="7511473" cy="1312480"/>
          </a:xfrm>
        </p:spPr>
        <p:txBody>
          <a:bodyPr/>
          <a:lstStyle/>
          <a:p>
            <a:pPr algn="ctr"/>
            <a:r>
              <a:rPr lang="pl-PL" dirty="0"/>
              <a:t>Zakłócenia</a:t>
            </a:r>
          </a:p>
        </p:txBody>
      </p:sp>
      <p:pic>
        <p:nvPicPr>
          <p:cNvPr id="7" name="Obraz 6" descr="Obraz zawierający tekst, mapa&#10;&#10;Opis wygenerowany automatycznie">
            <a:extLst>
              <a:ext uri="{FF2B5EF4-FFF2-40B4-BE49-F238E27FC236}">
                <a16:creationId xmlns:a16="http://schemas.microsoft.com/office/drawing/2014/main" id="{67B0FE80-D5F4-4826-AA3E-AA6E83CDB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776" y="3945132"/>
            <a:ext cx="6210674" cy="2880000"/>
          </a:xfrm>
          <a:prstGeom prst="rect">
            <a:avLst/>
          </a:prstGeom>
        </p:spPr>
      </p:pic>
      <p:pic>
        <p:nvPicPr>
          <p:cNvPr id="11" name="Obraz 10" descr="Obraz zawierający tekst, mapa&#10;&#10;Opis wygenerowany automatycznie">
            <a:extLst>
              <a:ext uri="{FF2B5EF4-FFF2-40B4-BE49-F238E27FC236}">
                <a16:creationId xmlns:a16="http://schemas.microsoft.com/office/drawing/2014/main" id="{7A99E233-5499-45AD-81C0-15BAB90CC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659" y="1065132"/>
            <a:ext cx="621067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58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A53AAA-7A73-49D8-86B5-F0FDE5BC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63" y="69102"/>
            <a:ext cx="7511473" cy="1312480"/>
          </a:xfrm>
        </p:spPr>
        <p:txBody>
          <a:bodyPr/>
          <a:lstStyle/>
          <a:p>
            <a:pPr algn="ctr"/>
            <a:r>
              <a:rPr lang="pl-PL" dirty="0"/>
              <a:t>Wyniki badań</a:t>
            </a:r>
          </a:p>
        </p:txBody>
      </p:sp>
      <p:pic>
        <p:nvPicPr>
          <p:cNvPr id="5" name="Symbol zastępczy zawartości 4" descr="Obraz zawierający mapa, zrzut ekranu, tekst&#10;&#10;Opis wygenerowany automatycznie">
            <a:extLst>
              <a:ext uri="{FF2B5EF4-FFF2-40B4-BE49-F238E27FC236}">
                <a16:creationId xmlns:a16="http://schemas.microsoft.com/office/drawing/2014/main" id="{625049F6-5202-4A21-BE03-939214CD6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43188" y="3978000"/>
            <a:ext cx="6257622" cy="2880000"/>
          </a:xfrm>
        </p:spPr>
      </p:pic>
      <p:pic>
        <p:nvPicPr>
          <p:cNvPr id="7" name="Obraz 6" descr="Obraz zawierający zrzut ekranu, mapa&#10;&#10;Opis wygenerowany automatycznie">
            <a:extLst>
              <a:ext uri="{FF2B5EF4-FFF2-40B4-BE49-F238E27FC236}">
                <a16:creationId xmlns:a16="http://schemas.microsoft.com/office/drawing/2014/main" id="{0D298DF7-3EF2-4A6F-930A-C54564113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185" y="1058494"/>
            <a:ext cx="625762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9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4FF4B2-39D5-48C1-9B1D-2F47BB0D6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48" y="55499"/>
            <a:ext cx="7511473" cy="1312480"/>
          </a:xfrm>
        </p:spPr>
        <p:txBody>
          <a:bodyPr/>
          <a:lstStyle/>
          <a:p>
            <a:pPr algn="ctr"/>
            <a:r>
              <a:rPr lang="pl-PL" dirty="0"/>
              <a:t>Wyniki badań – cd.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0D7F5A2-6D78-4C71-9316-A412179C0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 descr="Obraz zawierający zrzut ekranu, mapa&#10;&#10;Opis wygenerowany automatycznie">
            <a:extLst>
              <a:ext uri="{FF2B5EF4-FFF2-40B4-BE49-F238E27FC236}">
                <a16:creationId xmlns:a16="http://schemas.microsoft.com/office/drawing/2014/main" id="{AAB13D82-7CC6-445A-AEE6-F1AB0DE10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87" y="1077680"/>
            <a:ext cx="6257626" cy="2880000"/>
          </a:xfrm>
          <a:prstGeom prst="rect">
            <a:avLst/>
          </a:prstGeom>
        </p:spPr>
      </p:pic>
      <p:pic>
        <p:nvPicPr>
          <p:cNvPr id="5" name="Obraz 4" descr="Obraz zawierający zrzut ekranu, mapa&#10;&#10;Opis wygenerowany automatycznie">
            <a:extLst>
              <a:ext uri="{FF2B5EF4-FFF2-40B4-BE49-F238E27FC236}">
                <a16:creationId xmlns:a16="http://schemas.microsoft.com/office/drawing/2014/main" id="{4825370E-9739-412F-BD13-BF96BB92A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562" y="3957680"/>
            <a:ext cx="6257624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7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35C500-6932-46BE-8AEF-A62F2D2F3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62" y="99700"/>
            <a:ext cx="7511473" cy="1312480"/>
          </a:xfrm>
        </p:spPr>
        <p:txBody>
          <a:bodyPr/>
          <a:lstStyle/>
          <a:p>
            <a:pPr algn="ctr"/>
            <a:r>
              <a:rPr lang="pl-PL" dirty="0"/>
              <a:t>Wyniki badań – cd.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0B29D3-CC53-4885-A838-8113DBD69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 descr="Obraz zawierający zrzut ekranu, mapa&#10;&#10;Opis wygenerowany automatycznie">
            <a:extLst>
              <a:ext uri="{FF2B5EF4-FFF2-40B4-BE49-F238E27FC236}">
                <a16:creationId xmlns:a16="http://schemas.microsoft.com/office/drawing/2014/main" id="{D9379B91-0F12-4D8C-8854-E6E7FFD25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87" y="3978000"/>
            <a:ext cx="6257622" cy="2880000"/>
          </a:xfrm>
          <a:prstGeom prst="rect">
            <a:avLst/>
          </a:prstGeom>
        </p:spPr>
      </p:pic>
      <p:pic>
        <p:nvPicPr>
          <p:cNvPr id="5" name="Obraz 4" descr="Obraz zawierający mapa, zrzut ekranu, tekst&#10;&#10;Opis wygenerowany automatycznie">
            <a:extLst>
              <a:ext uri="{FF2B5EF4-FFF2-40B4-BE49-F238E27FC236}">
                <a16:creationId xmlns:a16="http://schemas.microsoft.com/office/drawing/2014/main" id="{9A350A36-62DC-438F-82DD-7681FA550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87" y="1098000"/>
            <a:ext cx="625762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657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728985D-9B37-4A3E-B70B-2C00098E4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669683"/>
              </p:ext>
            </p:extLst>
          </p:nvPr>
        </p:nvGraphicFramePr>
        <p:xfrm>
          <a:off x="427690" y="321013"/>
          <a:ext cx="8356387" cy="227747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26401">
                  <a:extLst>
                    <a:ext uri="{9D8B030D-6E8A-4147-A177-3AD203B41FA5}">
                      <a16:colId xmlns:a16="http://schemas.microsoft.com/office/drawing/2014/main" val="3454891176"/>
                    </a:ext>
                  </a:extLst>
                </a:gridCol>
                <a:gridCol w="895328">
                  <a:extLst>
                    <a:ext uri="{9D8B030D-6E8A-4147-A177-3AD203B41FA5}">
                      <a16:colId xmlns:a16="http://schemas.microsoft.com/office/drawing/2014/main" val="74310314"/>
                    </a:ext>
                  </a:extLst>
                </a:gridCol>
                <a:gridCol w="839370">
                  <a:extLst>
                    <a:ext uri="{9D8B030D-6E8A-4147-A177-3AD203B41FA5}">
                      <a16:colId xmlns:a16="http://schemas.microsoft.com/office/drawing/2014/main" val="1262820508"/>
                    </a:ext>
                  </a:extLst>
                </a:gridCol>
                <a:gridCol w="858021">
                  <a:extLst>
                    <a:ext uri="{9D8B030D-6E8A-4147-A177-3AD203B41FA5}">
                      <a16:colId xmlns:a16="http://schemas.microsoft.com/office/drawing/2014/main" val="1102792684"/>
                    </a:ext>
                  </a:extLst>
                </a:gridCol>
                <a:gridCol w="876675">
                  <a:extLst>
                    <a:ext uri="{9D8B030D-6E8A-4147-A177-3AD203B41FA5}">
                      <a16:colId xmlns:a16="http://schemas.microsoft.com/office/drawing/2014/main" val="3708291275"/>
                    </a:ext>
                  </a:extLst>
                </a:gridCol>
                <a:gridCol w="1119159">
                  <a:extLst>
                    <a:ext uri="{9D8B030D-6E8A-4147-A177-3AD203B41FA5}">
                      <a16:colId xmlns:a16="http://schemas.microsoft.com/office/drawing/2014/main" val="949437504"/>
                    </a:ext>
                  </a:extLst>
                </a:gridCol>
                <a:gridCol w="913980">
                  <a:extLst>
                    <a:ext uri="{9D8B030D-6E8A-4147-A177-3AD203B41FA5}">
                      <a16:colId xmlns:a16="http://schemas.microsoft.com/office/drawing/2014/main" val="1819661241"/>
                    </a:ext>
                  </a:extLst>
                </a:gridCol>
                <a:gridCol w="727453">
                  <a:extLst>
                    <a:ext uri="{9D8B030D-6E8A-4147-A177-3AD203B41FA5}">
                      <a16:colId xmlns:a16="http://schemas.microsoft.com/office/drawing/2014/main" val="773720925"/>
                    </a:ext>
                  </a:extLst>
                </a:gridCol>
              </a:tblGrid>
              <a:tr h="386399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Regulator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b="1">
                          <a:effectLst/>
                        </a:rPr>
                        <a:t>LQG</a:t>
                      </a:r>
                      <a:endParaRPr lang="pl-PL" sz="12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b="1">
                          <a:effectLst/>
                        </a:rPr>
                        <a:t>MPC</a:t>
                      </a:r>
                      <a:endParaRPr lang="pl-PL" sz="12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b="1">
                          <a:effectLst/>
                        </a:rPr>
                        <a:t>PID</a:t>
                      </a:r>
                      <a:endParaRPr lang="pl-PL" sz="12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b="1">
                          <a:effectLst/>
                        </a:rPr>
                        <a:t>NL PID</a:t>
                      </a:r>
                      <a:endParaRPr lang="pl-PL" sz="12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b="1">
                          <a:effectLst/>
                        </a:rPr>
                        <a:t>NN NARMA</a:t>
                      </a:r>
                      <a:endParaRPr lang="pl-PL" sz="12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b="1">
                          <a:effectLst/>
                        </a:rPr>
                        <a:t>NN MRC</a:t>
                      </a:r>
                      <a:endParaRPr lang="pl-PL" sz="12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b="1">
                          <a:effectLst/>
                        </a:rPr>
                        <a:t>Waga</a:t>
                      </a:r>
                      <a:endParaRPr lang="pl-PL" sz="12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extLst>
                  <a:ext uri="{0D108BD9-81ED-4DB2-BD59-A6C34878D82A}">
                    <a16:rowId xmlns:a16="http://schemas.microsoft.com/office/drawing/2014/main" val="3435734800"/>
                  </a:ext>
                </a:extLst>
              </a:tr>
              <a:tr h="386399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Całkowite zużycie energii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205,57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216,61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200,02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194,42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232,83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208,67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0,6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extLst>
                  <a:ext uri="{0D108BD9-81ED-4DB2-BD59-A6C34878D82A}">
                    <a16:rowId xmlns:a16="http://schemas.microsoft.com/office/drawing/2014/main" val="1917160275"/>
                  </a:ext>
                </a:extLst>
              </a:tr>
              <a:tr h="372759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MSE - oś "yaw"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0,0314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0,0319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0,0370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0,0385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0,0664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0,4122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0,6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extLst>
                  <a:ext uri="{0D108BD9-81ED-4DB2-BD59-A6C34878D82A}">
                    <a16:rowId xmlns:a16="http://schemas.microsoft.com/office/drawing/2014/main" val="2360381256"/>
                  </a:ext>
                </a:extLst>
              </a:tr>
              <a:tr h="372759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MSE - oś "pitch"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0,0236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0,0240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0,0279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0,0293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0,0526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0,4281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0,5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extLst>
                  <a:ext uri="{0D108BD9-81ED-4DB2-BD59-A6C34878D82A}">
                    <a16:rowId xmlns:a16="http://schemas.microsoft.com/office/drawing/2014/main" val="2717405621"/>
                  </a:ext>
                </a:extLst>
              </a:tr>
              <a:tr h="372759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MSE - oś "roll"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349,52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347,64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652,77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652,69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349,54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349,62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0,2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extLst>
                  <a:ext uri="{0D108BD9-81ED-4DB2-BD59-A6C34878D82A}">
                    <a16:rowId xmlns:a16="http://schemas.microsoft.com/office/drawing/2014/main" val="2155606064"/>
                  </a:ext>
                </a:extLst>
              </a:tr>
              <a:tr h="386399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Wynik - średnia ważona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b="1" dirty="0">
                          <a:effectLst/>
                        </a:rPr>
                        <a:t>101,725</a:t>
                      </a:r>
                      <a:endParaRPr lang="pl-PL" sz="12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b="1" dirty="0">
                          <a:effectLst/>
                        </a:rPr>
                        <a:t>105,013</a:t>
                      </a:r>
                      <a:endParaRPr lang="pl-PL" sz="12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b="1" dirty="0">
                          <a:effectLst/>
                        </a:rPr>
                        <a:t>131,895</a:t>
                      </a:r>
                      <a:endParaRPr lang="pl-PL" sz="12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130,119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110,354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>
                          <a:effectLst/>
                        </a:rPr>
                        <a:t>102,940</a:t>
                      </a:r>
                      <a:endParaRPr lang="pl-PL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200" dirty="0">
                          <a:effectLst/>
                        </a:rPr>
                        <a:t> </a:t>
                      </a:r>
                      <a:endParaRPr lang="pl-PL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554" marR="46554" marT="0" marB="0" anchor="ctr"/>
                </a:tc>
                <a:extLst>
                  <a:ext uri="{0D108BD9-81ED-4DB2-BD59-A6C34878D82A}">
                    <a16:rowId xmlns:a16="http://schemas.microsoft.com/office/drawing/2014/main" val="1830099329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4FB34AD-AF11-48BD-A6AA-26FA75270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86028"/>
              </p:ext>
            </p:extLst>
          </p:nvPr>
        </p:nvGraphicFramePr>
        <p:xfrm>
          <a:off x="427690" y="2595159"/>
          <a:ext cx="8356387" cy="373448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22257">
                  <a:extLst>
                    <a:ext uri="{9D8B030D-6E8A-4147-A177-3AD203B41FA5}">
                      <a16:colId xmlns:a16="http://schemas.microsoft.com/office/drawing/2014/main" val="3867777070"/>
                    </a:ext>
                  </a:extLst>
                </a:gridCol>
                <a:gridCol w="2571978">
                  <a:extLst>
                    <a:ext uri="{9D8B030D-6E8A-4147-A177-3AD203B41FA5}">
                      <a16:colId xmlns:a16="http://schemas.microsoft.com/office/drawing/2014/main" val="1153950833"/>
                    </a:ext>
                  </a:extLst>
                </a:gridCol>
                <a:gridCol w="2762152">
                  <a:extLst>
                    <a:ext uri="{9D8B030D-6E8A-4147-A177-3AD203B41FA5}">
                      <a16:colId xmlns:a16="http://schemas.microsoft.com/office/drawing/2014/main" val="1293121901"/>
                    </a:ext>
                  </a:extLst>
                </a:gridCol>
              </a:tblGrid>
              <a:tr h="415911"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b="1">
                          <a:effectLst/>
                        </a:rPr>
                        <a:t>Parametr</a:t>
                      </a:r>
                      <a:endParaRPr lang="pl-PL" sz="13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b="1">
                          <a:effectLst/>
                        </a:rPr>
                        <a:t>Najlepszy wynik</a:t>
                      </a:r>
                      <a:endParaRPr lang="pl-PL" sz="13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1300" b="1">
                          <a:effectLst/>
                        </a:rPr>
                        <a:t>Najgorszy wynik</a:t>
                      </a:r>
                      <a:endParaRPr lang="pl-PL" sz="13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extLst>
                  <a:ext uri="{0D108BD9-81ED-4DB2-BD59-A6C34878D82A}">
                    <a16:rowId xmlns:a16="http://schemas.microsoft.com/office/drawing/2014/main" val="1904793034"/>
                  </a:ext>
                </a:extLst>
              </a:tr>
              <a:tr h="415911"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Całkowite zużycie energii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NL PID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1300">
                          <a:effectLst/>
                        </a:rPr>
                        <a:t>NN NARMA</a:t>
                      </a:r>
                      <a:endParaRPr lang="pl-PL" sz="13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extLst>
                  <a:ext uri="{0D108BD9-81ED-4DB2-BD59-A6C34878D82A}">
                    <a16:rowId xmlns:a16="http://schemas.microsoft.com/office/drawing/2014/main" val="2090916472"/>
                  </a:ext>
                </a:extLst>
              </a:tr>
              <a:tr h="415911"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Zużycie energii – oś „yaw”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NL PID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1300">
                          <a:effectLst/>
                        </a:rPr>
                        <a:t>NN NARMA</a:t>
                      </a:r>
                      <a:endParaRPr lang="pl-PL" sz="13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extLst>
                  <a:ext uri="{0D108BD9-81ED-4DB2-BD59-A6C34878D82A}">
                    <a16:rowId xmlns:a16="http://schemas.microsoft.com/office/drawing/2014/main" val="4256118003"/>
                  </a:ext>
                </a:extLst>
              </a:tr>
              <a:tr h="415911"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Zużycie energii – oś „pitch”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NL PID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1300" dirty="0">
                          <a:effectLst/>
                        </a:rPr>
                        <a:t>NN NARMA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extLst>
                  <a:ext uri="{0D108BD9-81ED-4DB2-BD59-A6C34878D82A}">
                    <a16:rowId xmlns:a16="http://schemas.microsoft.com/office/drawing/2014/main" val="2438963217"/>
                  </a:ext>
                </a:extLst>
              </a:tr>
              <a:tr h="415911"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Zużycie energii – oś „roll”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>
                          <a:effectLst/>
                        </a:rPr>
                        <a:t>NL PID</a:t>
                      </a:r>
                      <a:endParaRPr lang="pl-PL" sz="13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1300" dirty="0">
                          <a:effectLst/>
                        </a:rPr>
                        <a:t>NN NARMA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extLst>
                  <a:ext uri="{0D108BD9-81ED-4DB2-BD59-A6C34878D82A}">
                    <a16:rowId xmlns:a16="http://schemas.microsoft.com/office/drawing/2014/main" val="539012739"/>
                  </a:ext>
                </a:extLst>
              </a:tr>
              <a:tr h="330986"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MSE – średnia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>
                          <a:effectLst/>
                        </a:rPr>
                        <a:t>MPC</a:t>
                      </a:r>
                      <a:endParaRPr lang="pl-PL" sz="13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1300" dirty="0">
                          <a:effectLst/>
                        </a:rPr>
                        <a:t>PID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extLst>
                  <a:ext uri="{0D108BD9-81ED-4DB2-BD59-A6C34878D82A}">
                    <a16:rowId xmlns:a16="http://schemas.microsoft.com/office/drawing/2014/main" val="2424311469"/>
                  </a:ext>
                </a:extLst>
              </a:tr>
              <a:tr h="330986"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MSE – oś „yaw”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LQG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1300" dirty="0">
                          <a:effectLst/>
                        </a:rPr>
                        <a:t>NN MRC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extLst>
                  <a:ext uri="{0D108BD9-81ED-4DB2-BD59-A6C34878D82A}">
                    <a16:rowId xmlns:a16="http://schemas.microsoft.com/office/drawing/2014/main" val="177164727"/>
                  </a:ext>
                </a:extLst>
              </a:tr>
              <a:tr h="330986"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MSE – oś „pitch”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LQG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1300" dirty="0">
                          <a:effectLst/>
                        </a:rPr>
                        <a:t>NN MRC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extLst>
                  <a:ext uri="{0D108BD9-81ED-4DB2-BD59-A6C34878D82A}">
                    <a16:rowId xmlns:a16="http://schemas.microsoft.com/office/drawing/2014/main" val="3761274110"/>
                  </a:ext>
                </a:extLst>
              </a:tr>
              <a:tr h="330986"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MSE – oś „roll”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MPC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1300" dirty="0">
                          <a:effectLst/>
                        </a:rPr>
                        <a:t>PID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extLst>
                  <a:ext uri="{0D108BD9-81ED-4DB2-BD59-A6C34878D82A}">
                    <a16:rowId xmlns:a16="http://schemas.microsoft.com/office/drawing/2014/main" val="1523069074"/>
                  </a:ext>
                </a:extLst>
              </a:tr>
              <a:tr h="330986"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Ocena ważona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1300" dirty="0">
                          <a:effectLst/>
                        </a:rPr>
                        <a:t>LQG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tc>
                  <a:txBody>
                    <a:bodyPr/>
                    <a:lstStyle/>
                    <a:p>
                      <a:pPr marL="457200" indent="18034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l-PL" sz="1300" dirty="0">
                          <a:effectLst/>
                        </a:rPr>
                        <a:t>PID</a:t>
                      </a:r>
                      <a:endParaRPr lang="pl-PL" sz="13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177" marR="39040" marT="0" marB="0" anchor="ctr"/>
                </a:tc>
                <a:extLst>
                  <a:ext uri="{0D108BD9-81ED-4DB2-BD59-A6C34878D82A}">
                    <a16:rowId xmlns:a16="http://schemas.microsoft.com/office/drawing/2014/main" val="910037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200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0759A26-0366-4C03-945F-9A35FEDB1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107170"/>
              </p:ext>
            </p:extLst>
          </p:nvPr>
        </p:nvGraphicFramePr>
        <p:xfrm>
          <a:off x="184825" y="100758"/>
          <a:ext cx="8745165" cy="65237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5686">
                  <a:extLst>
                    <a:ext uri="{9D8B030D-6E8A-4147-A177-3AD203B41FA5}">
                      <a16:colId xmlns:a16="http://schemas.microsoft.com/office/drawing/2014/main" val="571102410"/>
                    </a:ext>
                  </a:extLst>
                </a:gridCol>
                <a:gridCol w="4603780">
                  <a:extLst>
                    <a:ext uri="{9D8B030D-6E8A-4147-A177-3AD203B41FA5}">
                      <a16:colId xmlns:a16="http://schemas.microsoft.com/office/drawing/2014/main" val="154452787"/>
                    </a:ext>
                  </a:extLst>
                </a:gridCol>
                <a:gridCol w="2915699">
                  <a:extLst>
                    <a:ext uri="{9D8B030D-6E8A-4147-A177-3AD203B41FA5}">
                      <a16:colId xmlns:a16="http://schemas.microsoft.com/office/drawing/2014/main" val="3747636241"/>
                    </a:ext>
                  </a:extLst>
                </a:gridCol>
              </a:tblGrid>
              <a:tr h="328176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500" dirty="0">
                          <a:effectLst/>
                        </a:rPr>
                        <a:t>Regulator</a:t>
                      </a:r>
                      <a:endParaRPr lang="pl-PL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500" dirty="0">
                          <a:effectLst/>
                        </a:rPr>
                        <a:t>Zalety</a:t>
                      </a:r>
                      <a:endParaRPr lang="pl-PL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/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500" dirty="0">
                          <a:effectLst/>
                        </a:rPr>
                        <a:t>Wady</a:t>
                      </a:r>
                      <a:endParaRPr lang="pl-PL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/>
                </a:tc>
                <a:extLst>
                  <a:ext uri="{0D108BD9-81ED-4DB2-BD59-A6C34878D82A}">
                    <a16:rowId xmlns:a16="http://schemas.microsoft.com/office/drawing/2014/main" val="3558849686"/>
                  </a:ext>
                </a:extLst>
              </a:tr>
              <a:tr h="1350931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500" dirty="0">
                          <a:effectLst/>
                        </a:rPr>
                        <a:t>LQG</a:t>
                      </a:r>
                      <a:endParaRPr lang="pl-PL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Możliwość łatwej zmiany dynamiki modelu silnika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Przy odpowiednim nastawieniu układ zamknięty reaguje tak szybko jak układ otwarty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Prosty obliczeniowo oraz implementacyjnie</a:t>
                      </a:r>
                      <a:endParaRPr lang="pl-PL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Wymaga znajomości zmiennych stanu sterowanego modelu np. przez dobrze ustawiony filtr Kalmana</a:t>
                      </a:r>
                      <a:endParaRPr lang="pl-PL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extLst>
                  <a:ext uri="{0D108BD9-81ED-4DB2-BD59-A6C34878D82A}">
                    <a16:rowId xmlns:a16="http://schemas.microsoft.com/office/drawing/2014/main" val="622845901"/>
                  </a:ext>
                </a:extLst>
              </a:tr>
              <a:tr h="684320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500" dirty="0">
                          <a:effectLst/>
                        </a:rPr>
                        <a:t>NN MRC</a:t>
                      </a:r>
                      <a:endParaRPr lang="pl-PL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Łatwy proces uczenia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Dobre odwzorowanie zachowania się badanego obiektu</a:t>
                      </a:r>
                      <a:endParaRPr lang="pl-PL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Energochłonny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Długotrwały proces uczenia</a:t>
                      </a:r>
                      <a:endParaRPr lang="pl-PL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extLst>
                  <a:ext uri="{0D108BD9-81ED-4DB2-BD59-A6C34878D82A}">
                    <a16:rowId xmlns:a16="http://schemas.microsoft.com/office/drawing/2014/main" val="4116137108"/>
                  </a:ext>
                </a:extLst>
              </a:tr>
              <a:tr h="1152002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500" dirty="0">
                          <a:effectLst/>
                        </a:rPr>
                        <a:t>MPC</a:t>
                      </a:r>
                      <a:endParaRPr lang="pl-PL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Nie wymaga znajomości zmiennych stanu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Jedyny algorytm działający z obiektami wielowymiarowymi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Obsługuje również obiekty nieliniowe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Uwzględnianie ograniczeń wejść oraz wyjść</a:t>
                      </a:r>
                      <a:endParaRPr lang="pl-PL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Może być nieintuicyjny w nastawianiu dla niedoświadczonego użytkownika</a:t>
                      </a:r>
                      <a:endParaRPr lang="pl-PL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extLst>
                  <a:ext uri="{0D108BD9-81ED-4DB2-BD59-A6C34878D82A}">
                    <a16:rowId xmlns:a16="http://schemas.microsoft.com/office/drawing/2014/main" val="1840501032"/>
                  </a:ext>
                </a:extLst>
              </a:tr>
              <a:tr h="1073629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500" dirty="0">
                          <a:effectLst/>
                        </a:rPr>
                        <a:t>NN NARMA</a:t>
                      </a:r>
                      <a:endParaRPr lang="pl-PL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Nie wymaga uczenia dwóch oddzielnych sieci neuronowych</a:t>
                      </a:r>
                      <a:endParaRPr lang="pl-PL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Energochłonny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Skomplikowany obliczeniowo, dając w rezultacie niewiele lepsze wyniki</a:t>
                      </a:r>
                      <a:endParaRPr lang="pl-PL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extLst>
                  <a:ext uri="{0D108BD9-81ED-4DB2-BD59-A6C34878D82A}">
                    <a16:rowId xmlns:a16="http://schemas.microsoft.com/office/drawing/2014/main" val="1795426055"/>
                  </a:ext>
                </a:extLst>
              </a:tr>
              <a:tr h="967361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500" dirty="0">
                          <a:effectLst/>
                        </a:rPr>
                        <a:t>NL PID</a:t>
                      </a:r>
                      <a:endParaRPr lang="pl-PL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Energooszczędny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Radzi sobie lepiej niż regulator PID</a:t>
                      </a:r>
                      <a:endParaRPr lang="pl-PL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>
                          <a:effectLst/>
                        </a:rPr>
                        <a:t>Nie radzi sobie z obiektami dynamicznymi posiadającymi ograniczenie prędkości zmian wyjścia</a:t>
                      </a:r>
                      <a:endParaRPr lang="pl-PL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extLst>
                  <a:ext uri="{0D108BD9-81ED-4DB2-BD59-A6C34878D82A}">
                    <a16:rowId xmlns:a16="http://schemas.microsoft.com/office/drawing/2014/main" val="427178509"/>
                  </a:ext>
                </a:extLst>
              </a:tr>
              <a:tr h="967361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500" dirty="0">
                          <a:effectLst/>
                        </a:rPr>
                        <a:t>PID</a:t>
                      </a:r>
                      <a:endParaRPr lang="pl-PL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Energooszczędny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Najpopularniejszy na rynku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Intuicyjne nastawianie parametrów</a:t>
                      </a:r>
                      <a:endParaRPr lang="pl-PL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l-PL" sz="1400" dirty="0">
                          <a:effectLst/>
                        </a:rPr>
                        <a:t>Nie radzi sobie z obiektami dynamicznymi posiadającymi ograniczenie prędkości zmian wyjścia</a:t>
                      </a:r>
                      <a:endParaRPr lang="pl-PL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666" marR="46666" marT="0" marB="0" anchor="ctr"/>
                </a:tc>
                <a:extLst>
                  <a:ext uri="{0D108BD9-81ED-4DB2-BD59-A6C34878D82A}">
                    <a16:rowId xmlns:a16="http://schemas.microsoft.com/office/drawing/2014/main" val="3015264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611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89891A-30A4-4968-AC94-777389744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Dalsze plany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FB809F-3442-49AB-8FBE-88EB3F46C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64" y="1908498"/>
            <a:ext cx="7511472" cy="4041162"/>
          </a:xfrm>
        </p:spPr>
        <p:txBody>
          <a:bodyPr/>
          <a:lstStyle/>
          <a:p>
            <a:pPr lvl="0"/>
            <a:r>
              <a:rPr lang="pl-PL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Wpływ przyśpieszeń liniowych na pracę silnika w przypadku niewyważonego stabilizatora</a:t>
            </a:r>
          </a:p>
          <a:p>
            <a:pPr lvl="0"/>
            <a:r>
              <a:rPr lang="pl-PL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Użycie sieci neuronowych do optymalizacji prostszych regulatorów w procesie uczenia się </a:t>
            </a:r>
            <a:r>
              <a:rPr lang="pl-PL" sz="2000" i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  <a:endParaRPr lang="pl-PL" sz="20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l-PL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Sterowanie i kalibracja samowyważających się stabilizatorów</a:t>
            </a:r>
          </a:p>
          <a:p>
            <a:pPr lvl="0"/>
            <a:r>
              <a:rPr lang="pl-PL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Używanie różnych regulatorów dla każdej z osi gimbala oddzielnie</a:t>
            </a:r>
          </a:p>
          <a:p>
            <a:pPr lvl="0"/>
            <a:endParaRPr lang="pl-PL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75405F4-4774-4FCE-88B1-F21916A9F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569" y="4808728"/>
            <a:ext cx="1910443" cy="1910443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12A96B91-2190-4EFD-8127-B8BA7558EB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116" t="18727" r="14203" b="23068"/>
          <a:stretch/>
        </p:blipFill>
        <p:spPr>
          <a:xfrm>
            <a:off x="6005676" y="4808728"/>
            <a:ext cx="2319976" cy="191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285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577ACD-B7CA-4383-9273-6827B4218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Dziękuję za uwagę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F014BC2-8085-4D2C-A9CB-E9C67FDC0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>
                <a:solidFill>
                  <a:schemeClr val="tx1"/>
                </a:solidFill>
              </a:rPr>
              <a:t>Zapraszam do dyskusji</a:t>
            </a:r>
          </a:p>
        </p:txBody>
      </p:sp>
    </p:spTree>
    <p:extLst>
      <p:ext uri="{BB962C8B-B14F-4D97-AF65-F5344CB8AC3E}">
        <p14:creationId xmlns:p14="http://schemas.microsoft.com/office/powerpoint/2010/main" val="146310221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62BDB6971C2649A2F65E791FDB8E0E" ma:contentTypeVersion="8" ma:contentTypeDescription="Utwórz nowy dokument." ma:contentTypeScope="" ma:versionID="c149914f53a6a1df5ec20fda357b56db">
  <xsd:schema xmlns:xsd="http://www.w3.org/2001/XMLSchema" xmlns:xs="http://www.w3.org/2001/XMLSchema" xmlns:p="http://schemas.microsoft.com/office/2006/metadata/properties" xmlns:ns3="087db2e8-f373-4ff0-9362-ccd40481612a" targetNamespace="http://schemas.microsoft.com/office/2006/metadata/properties" ma:root="true" ma:fieldsID="8ec6408af6dec64df4714c50cee7b303" ns3:_="">
    <xsd:import namespace="087db2e8-f373-4ff0-9362-ccd40481612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db2e8-f373-4ff0-9362-ccd4048161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5EDA28-6D98-46D8-8EF1-27FD73FE76A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F38A580-907F-4E4C-BE46-8504A6D66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7db2e8-f373-4ff0-9362-ccd4048161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6FBFB5-F0B8-4D99-8097-E90FDEFBF5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TM03457452[[fn=Sklepienie niebieskie]]</Template>
  <TotalTime>6966</TotalTime>
  <Words>1024</Words>
  <Application>Microsoft Office PowerPoint</Application>
  <PresentationFormat>Pokaz na ekranie (4:3)</PresentationFormat>
  <Paragraphs>216</Paragraphs>
  <Slides>26</Slides>
  <Notes>12</Notes>
  <HiddenSlides>0</HiddenSlides>
  <MMClips>2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Symbol</vt:lpstr>
      <vt:lpstr>Motyw pakietu Office</vt:lpstr>
      <vt:lpstr>Zaawansowane algorytmy sterowania 3-osiowym stabilizatorem do kamer</vt:lpstr>
      <vt:lpstr>Plan prezentacji </vt:lpstr>
      <vt:lpstr>O autorze</vt:lpstr>
      <vt:lpstr>Związek z pracą inżynierską</vt:lpstr>
      <vt:lpstr>Krótka historia stabilizacji</vt:lpstr>
      <vt:lpstr>Rozwiązania stosowane na rynku</vt:lpstr>
      <vt:lpstr>Główny cel pracy </vt:lpstr>
      <vt:lpstr>Tworzenie modelu matematycznego</vt:lpstr>
      <vt:lpstr>Sygnały wejścia/wyjścia</vt:lpstr>
      <vt:lpstr>Prezentacja programu PowerPoint</vt:lpstr>
      <vt:lpstr>Najważniejsze równania</vt:lpstr>
      <vt:lpstr>Wybór algorytmów sterowania / porównanie z PID </vt:lpstr>
      <vt:lpstr>Nieliniowy regulator PID</vt:lpstr>
      <vt:lpstr>Regulator LQG</vt:lpstr>
      <vt:lpstr>Regulator predykcyjny MPC</vt:lpstr>
      <vt:lpstr>Regulatory oparte na SSN</vt:lpstr>
      <vt:lpstr>Neuronowy model silnika</vt:lpstr>
      <vt:lpstr>Akwizycja danych – zakłócenia zewnętrzne</vt:lpstr>
      <vt:lpstr>Zakłócenia</vt:lpstr>
      <vt:lpstr>Wyniki badań</vt:lpstr>
      <vt:lpstr>Wyniki badań – cd.</vt:lpstr>
      <vt:lpstr>Wyniki badań – cd.</vt:lpstr>
      <vt:lpstr>Prezentacja programu PowerPoint</vt:lpstr>
      <vt:lpstr>Prezentacja programu PowerPoint</vt:lpstr>
      <vt:lpstr>Dalsze plany</vt:lpstr>
      <vt:lpstr>Dziękuję za uwagę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Tymiński Paweł 2 (STUD)</dc:creator>
  <cp:lastModifiedBy>Tymiński Paweł 2 (STUD)</cp:lastModifiedBy>
  <cp:revision>15</cp:revision>
  <dcterms:created xsi:type="dcterms:W3CDTF">2019-05-26T14:03:46Z</dcterms:created>
  <dcterms:modified xsi:type="dcterms:W3CDTF">2020-03-04T17:22:46Z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0x010100B562BDB6971C2649A2F65E791FDB8E0E</vt:lpwstr>
  </property>
</Properties>
</file>